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aa19705947476a" /><Relationship Type="http://schemas.openxmlformats.org/officeDocument/2006/relationships/extended-properties" Target="/docProps/app.xml" Id="R43c63fd76ca149d9" /><Relationship Type="http://schemas.openxmlformats.org/officeDocument/2006/relationships/officeDocument" Target="/ppt/presentation.xml" Id="R5f703f95bade46e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e520efeed2c4c14"/>
  </p:sldMasterIdLst>
  <p:notesMasterIdLst>
    <p:notesMasterId xmlns:r="http://schemas.openxmlformats.org/officeDocument/2006/relationships" r:id="R19608496e2f646dc"/>
  </p:notesMasterIdLst>
  <p:sldIdLst>
    <p:sldId xmlns:r="http://schemas.openxmlformats.org/officeDocument/2006/relationships" id="256" r:id="R0791ab4670074d7a"/>
    <p:sldId xmlns:r="http://schemas.openxmlformats.org/officeDocument/2006/relationships" id="257" r:id="R77ec32b625e94c22"/>
    <p:sldId xmlns:r="http://schemas.openxmlformats.org/officeDocument/2006/relationships" id="258" r:id="R5ac86cadabf94bd8"/>
    <p:sldId xmlns:r="http://schemas.openxmlformats.org/officeDocument/2006/relationships" id="259" r:id="R6c12bee0207c4b69"/>
    <p:sldId xmlns:r="http://schemas.openxmlformats.org/officeDocument/2006/relationships" id="260" r:id="Rc8aa96d2489b4507"/>
    <p:sldId xmlns:r="http://schemas.openxmlformats.org/officeDocument/2006/relationships" id="261" r:id="Ra25396d8f95544a5"/>
    <p:sldId xmlns:r="http://schemas.openxmlformats.org/officeDocument/2006/relationships" id="262" r:id="Rd2849a63d6c24d88"/>
    <p:sldId xmlns:r="http://schemas.openxmlformats.org/officeDocument/2006/relationships" id="263" r:id="Ra501fbe9c6b24560"/>
    <p:sldId xmlns:r="http://schemas.openxmlformats.org/officeDocument/2006/relationships" id="264" r:id="Rb0bc0b7d03c84d75"/>
  </p:sldIdLst>
  <p:sldSz cx="18288000" cy="10287000"/>
  <p:notesSz cx="6858000" cy="9144000"/>
  <p:embeddedFontLst>
    <p:embeddedFont>
      <p:font typeface="Roboto Bold"/>
      <p:regular xmlns:r="http://schemas.openxmlformats.org/officeDocument/2006/relationships" r:id="R17dbb84d6a674157"/>
    </p:embeddedFont>
    <p:embeddedFont>
      <p:font typeface="Roboto"/>
      <p:regular xmlns:r="http://schemas.openxmlformats.org/officeDocument/2006/relationships" r:id="Rfda22aa3863b447d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0ab1e21f24844" /><Relationship Type="http://schemas.openxmlformats.org/officeDocument/2006/relationships/slideMaster" Target="/ppt/slideMasters/slideMaster1.xml" Id="Rde520efeed2c4c14" /><Relationship Type="http://schemas.openxmlformats.org/officeDocument/2006/relationships/notesMaster" Target="/ppt/notesMasters/notesMaster1.xml" Id="R19608496e2f646dc" /><Relationship Type="http://schemas.openxmlformats.org/officeDocument/2006/relationships/presProps" Target="/ppt/presProps.xml" Id="R8416f88eadf84eaf" /><Relationship Type="http://schemas.openxmlformats.org/officeDocument/2006/relationships/viewProps" Target="/ppt/viewProps.xml" Id="R8584aeecca6a4910" /><Relationship Type="http://schemas.openxmlformats.org/officeDocument/2006/relationships/tableStyles" Target="/ppt/tableStyles.xml" Id="Reae3b209e7a74da0" /><Relationship Type="http://schemas.openxmlformats.org/officeDocument/2006/relationships/font" Target="/ppt/fonts/font.dat" Id="R17dbb84d6a674157" /><Relationship Type="http://schemas.openxmlformats.org/officeDocument/2006/relationships/font" Target="/ppt/fonts/font2.dat" Id="Rfda22aa3863b447d" /><Relationship Type="http://schemas.openxmlformats.org/officeDocument/2006/relationships/slide" Target="/ppt/slides/slide1.xml" Id="R0791ab4670074d7a" /><Relationship Type="http://schemas.openxmlformats.org/officeDocument/2006/relationships/slide" Target="/ppt/slides/slide2.xml" Id="R77ec32b625e94c22" /><Relationship Type="http://schemas.openxmlformats.org/officeDocument/2006/relationships/slide" Target="/ppt/slides/slide3.xml" Id="R5ac86cadabf94bd8" /><Relationship Type="http://schemas.openxmlformats.org/officeDocument/2006/relationships/slide" Target="/ppt/slides/slide4.xml" Id="R6c12bee0207c4b69" /><Relationship Type="http://schemas.openxmlformats.org/officeDocument/2006/relationships/slide" Target="/ppt/slides/slide5.xml" Id="Rc8aa96d2489b4507" /><Relationship Type="http://schemas.openxmlformats.org/officeDocument/2006/relationships/slide" Target="/ppt/slides/slide6.xml" Id="Ra25396d8f95544a5" /><Relationship Type="http://schemas.openxmlformats.org/officeDocument/2006/relationships/slide" Target="/ppt/slides/slide7.xml" Id="Rd2849a63d6c24d88" /><Relationship Type="http://schemas.openxmlformats.org/officeDocument/2006/relationships/slide" Target="/ppt/slides/slide8.xml" Id="Ra501fbe9c6b24560" /><Relationship Type="http://schemas.openxmlformats.org/officeDocument/2006/relationships/slide" Target="/ppt/slides/slide9.xml" Id="Rb0bc0b7d03c84d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79e20a3ea843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d8fc4b998845b1" /><Relationship Type="http://schemas.openxmlformats.org/officeDocument/2006/relationships/notesMaster" Target="/ppt/notesMasters/notesMaster1.xml" Id="Ref6e297b8bbc47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f39930e5d0495b" /><Relationship Type="http://schemas.openxmlformats.org/officeDocument/2006/relationships/notesMaster" Target="/ppt/notesMasters/notesMaster1.xml" Id="Rd4c1bb0a68e945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ca2bf7428449d8" /><Relationship Type="http://schemas.openxmlformats.org/officeDocument/2006/relationships/notesMaster" Target="/ppt/notesMasters/notesMaster1.xml" Id="Rd89e5a11059245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81f6880db54a79" /><Relationship Type="http://schemas.openxmlformats.org/officeDocument/2006/relationships/notesMaster" Target="/ppt/notesMasters/notesMaster1.xml" Id="R5a8f1303ff9046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05f46c82b4228" /><Relationship Type="http://schemas.openxmlformats.org/officeDocument/2006/relationships/notesMaster" Target="/ppt/notesMasters/notesMaster1.xml" Id="Rb101733fd2c346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085cccda624ffe" /><Relationship Type="http://schemas.openxmlformats.org/officeDocument/2006/relationships/notesMaster" Target="/ppt/notesMasters/notesMaster1.xml" Id="Rd2e51d524da147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e58c2d15e044b5" /><Relationship Type="http://schemas.openxmlformats.org/officeDocument/2006/relationships/notesMaster" Target="/ppt/notesMasters/notesMaster1.xml" Id="R984747eab45449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a123324044583" /><Relationship Type="http://schemas.openxmlformats.org/officeDocument/2006/relationships/notesMaster" Target="/ppt/notesMasters/notesMaster1.xml" Id="R3fff0dc1211848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848cae6d114dba" /><Relationship Type="http://schemas.openxmlformats.org/officeDocument/2006/relationships/notesMaster" Target="/ppt/notesMasters/notesMaster1.xml" Id="Ra81e61c5e8b745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ec4e6b6834e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8d7fed0334d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b13b8728242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7af13cf0b42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9ec58887844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c31d4124b45e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a13f4ca664b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3f436fabd46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ff98eb16c49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8244ceb0d474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71a141406444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9D75D3-6399-4D94-BFBC-0DCBEE90DF7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9A7016D-8929-48F7-AD0B-2FEF784B6D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1F0CA7-1BDB-46C8-AF36-030E0C7A80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DC3D37-C048-4076-92EF-7D5AFB944F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FD116D-8FA3-4495-B687-46A8DE6110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CD0F1C-AC50-47DE-99C4-201EFE2CC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E9AFBCE-CAC3-467A-9556-C7E19F5BAB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C8A22D-5D88-4F0A-AB39-1272E51902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45BCC0-64C8-4FB5-BBA3-8FD7818ED4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626FB9-3F0F-4254-8369-3D27F3056B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A11C70-7E87-4F70-8042-685F4E062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A0342D-DC30-45D7-949E-98D9ACE9F6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4B9E3D-A3E6-4E1B-B9D4-0F1C8C8681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A50DD6-5ADC-4349-B2BC-5BCFC33908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83BE42-177A-4475-AF98-4EA9AF28AE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219A4C-09B8-415A-A74B-CA6B1A1DC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0AE591-F7D7-4869-8A86-24B7F706BC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4FCE21C-7E9E-456B-8DFD-8DEDAE2566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B197CE-4EA4-4E1B-963B-7832C598BC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30D06A-4E7C-4D2D-B4B0-DC6AD42BF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4A3E7C-40FE-464A-A172-77F0F856B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FD18A9-BB69-4F82-B361-3A020B867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B57ADF-8222-49A9-B536-156C42209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37953FA-6F0C-43E7-8D42-C457FAE1A49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321714D-4E92-48EA-BD1C-592E1D79578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2E8BA94-F340-4BD8-A933-7BE2B8B6DFE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398AF34-580D-4275-99AE-007684E90C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B9B8AC2-B401-4E43-8580-6A81163418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3F21EF8-1D08-4821-8F2A-F1C0671B08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4F2D23-4037-4700-9ABA-125D82ED4C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31EBAE1-C4F0-4F5F-A75B-BE8E6B981A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B983C85-CF63-48A7-BF33-A237CCEB20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BF55EDF-83C0-4349-B325-02DF93A7EC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BFC595C-D15E-4112-AD57-685F281846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14F1AF0-ECAE-439B-BB48-1DCDC4DE7C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DF95C44-D77A-4A28-9D97-62E17BD510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BD227E-01D0-43D8-9BF2-0CB305310E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E504CA-A30D-4AC7-9665-3F2ABD6FCA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F9F045-AFFF-4CEE-9850-BCDFAB9A6C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898F019-F186-4AF3-AE3B-7434A7A32F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68667CF-93B3-4C3E-AC67-157F75D8F6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810022-1104-4E92-930F-82221E4728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8A4898-0878-4353-8D8F-98FFF5702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3C5B0DF-D27F-4F7D-AAC5-820EA40931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7C725E-43EC-4626-8A06-B4D93921BE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3942551-5449-45E3-9E53-5184FAD737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03E61F5-1A2F-4454-BB66-60C52EC86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9BE97D-E5C3-4D6F-8AD8-1BAD0C156D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6E8101-7B3B-4DF2-91E5-629D5355A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881DDD-24DA-4E7F-BD6D-6B094D3D9A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6241C9-DB8B-407F-9FD6-9CBBFFAA44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432DE4-5555-4CD3-9803-8F543FAA17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8B1C96-D66A-48BF-87CD-3ED5E13613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7CEF4B9-2A30-4FF0-B205-443BBA969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0B030E-9AE2-48A2-943D-48A2D8512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B499E2-5A32-4DC7-B30A-5527261AA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AFAF58-07FD-4AD3-8FDC-BD0290C123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B4C4FE-D93D-41BD-B836-86695139F6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1a205f0b294851" /><Relationship Type="http://schemas.openxmlformats.org/officeDocument/2006/relationships/slideLayout" Target="/ppt/slideLayouts/slideLayout1.xml" Id="Rc679b06115854ce9" /><Relationship Type="http://schemas.openxmlformats.org/officeDocument/2006/relationships/slideLayout" Target="/ppt/slideLayouts/slideLayout2.xml" Id="R9369e58d63554e90" /><Relationship Type="http://schemas.openxmlformats.org/officeDocument/2006/relationships/slideLayout" Target="/ppt/slideLayouts/slideLayout3.xml" Id="R5270c3dc887d4a92" /><Relationship Type="http://schemas.openxmlformats.org/officeDocument/2006/relationships/slideLayout" Target="/ppt/slideLayouts/slideLayout4.xml" Id="R407de582c2b74742" /><Relationship Type="http://schemas.openxmlformats.org/officeDocument/2006/relationships/slideLayout" Target="/ppt/slideLayouts/slideLayout5.xml" Id="R9c37e4c89fa44fe0" /><Relationship Type="http://schemas.openxmlformats.org/officeDocument/2006/relationships/slideLayout" Target="/ppt/slideLayouts/slideLayout6.xml" Id="Rba7ded432e4d4c4d" /><Relationship Type="http://schemas.openxmlformats.org/officeDocument/2006/relationships/slideLayout" Target="/ppt/slideLayouts/slideLayout7.xml" Id="Rc7a02515baf442d3" /><Relationship Type="http://schemas.openxmlformats.org/officeDocument/2006/relationships/slideLayout" Target="/ppt/slideLayouts/slideLayout8.xml" Id="Re9d8556b49e74270" /><Relationship Type="http://schemas.openxmlformats.org/officeDocument/2006/relationships/slideLayout" Target="/ppt/slideLayouts/slideLayout9.xml" Id="Rc035c117743b4de0" /><Relationship Type="http://schemas.openxmlformats.org/officeDocument/2006/relationships/slideLayout" Target="/ppt/slideLayouts/slideLayout10.xml" Id="Rc3e9acf08a8b44d8" /><Relationship Type="http://schemas.openxmlformats.org/officeDocument/2006/relationships/slideLayout" Target="/ppt/slideLayouts/slideLayout11.xml" Id="R7246effc825b44b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62FF20A-22EA-4DFD-8F5D-796FFADA1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E43631-0C76-4529-9FF6-C79A6A313A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6268CF-C297-4139-97F6-3B2669D4D3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FBFC0A-76F9-4A32-A4CF-8E1452345B7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2EE67B-F046-49E5-A242-C9547A9993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79b06115854ce9"/>
    <p:sldLayoutId xmlns:r="http://schemas.openxmlformats.org/officeDocument/2006/relationships" id="2147483650" r:id="R9369e58d63554e90"/>
    <p:sldLayoutId xmlns:r="http://schemas.openxmlformats.org/officeDocument/2006/relationships" id="2147483651" r:id="R5270c3dc887d4a92"/>
    <p:sldLayoutId xmlns:r="http://schemas.openxmlformats.org/officeDocument/2006/relationships" id="2147483652" r:id="R407de582c2b74742"/>
    <p:sldLayoutId xmlns:r="http://schemas.openxmlformats.org/officeDocument/2006/relationships" id="2147483653" r:id="R9c37e4c89fa44fe0"/>
    <p:sldLayoutId xmlns:r="http://schemas.openxmlformats.org/officeDocument/2006/relationships" id="2147483654" r:id="Rba7ded432e4d4c4d"/>
    <p:sldLayoutId xmlns:r="http://schemas.openxmlformats.org/officeDocument/2006/relationships" id="2147483655" r:id="Rc7a02515baf442d3"/>
    <p:sldLayoutId xmlns:r="http://schemas.openxmlformats.org/officeDocument/2006/relationships" id="2147483656" r:id="Re9d8556b49e74270"/>
    <p:sldLayoutId xmlns:r="http://schemas.openxmlformats.org/officeDocument/2006/relationships" id="2147483657" r:id="Rc035c117743b4de0"/>
    <p:sldLayoutId xmlns:r="http://schemas.openxmlformats.org/officeDocument/2006/relationships" id="2147483658" r:id="Rc3e9acf08a8b44d8"/>
    <p:sldLayoutId xmlns:r="http://schemas.openxmlformats.org/officeDocument/2006/relationships" id="2147483659" r:id="R7246effc825b44bb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3d055b35a1427a" /><Relationship Type="http://schemas.openxmlformats.org/officeDocument/2006/relationships/image" Target="/ppt/media/image.png" Id="Rbd43184f3bb44ec4" /><Relationship Type="http://schemas.openxmlformats.org/officeDocument/2006/relationships/image" Target="/ppt/media/image2.png" Id="R4c30a7a4e3aa405a" /><Relationship Type="http://schemas.openxmlformats.org/officeDocument/2006/relationships/image" Target="/ppt/media/image3.png" Id="Radaf3182d46e4e41" /><Relationship Type="http://schemas.openxmlformats.org/officeDocument/2006/relationships/image" Target="/ppt/media/image4.png" Id="R7ad35484fe2d439d" /><Relationship Type="http://schemas.openxmlformats.org/officeDocument/2006/relationships/image" Target="/ppt/media/image5.png" Id="R44488f3437724882" /><Relationship Type="http://schemas.openxmlformats.org/officeDocument/2006/relationships/image" Target="/ppt/media/image6.png" Id="R196c6cc0a4eb4ee8" /><Relationship Type="http://schemas.openxmlformats.org/officeDocument/2006/relationships/image" Target="/ppt/media/image7.png" Id="R04f517d776ea4780" /><Relationship Type="http://schemas.openxmlformats.org/officeDocument/2006/relationships/image" Target="/ppt/media/image8.png" Id="R8b0fcf948f3049a5" /><Relationship Type="http://schemas.openxmlformats.org/officeDocument/2006/relationships/image" Target="/ppt/media/image9.png" Id="R38de0bb97dbf4019" /><Relationship Type="http://schemas.openxmlformats.org/officeDocument/2006/relationships/image" Target="/ppt/media/image10.png" Id="Rae32a43dcccd4f03" /><Relationship Type="http://schemas.openxmlformats.org/officeDocument/2006/relationships/image" Target="/ppt/media/image11.png" Id="Rbeff2b56acb144f5" /><Relationship Type="http://schemas.openxmlformats.org/officeDocument/2006/relationships/notesSlide" Target="/ppt/notesSlides/notesSlide1.xml" Id="Racd1c514b63043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138f4162944406" /><Relationship Type="http://schemas.openxmlformats.org/officeDocument/2006/relationships/image" Target="/ppt/media/image12.png" Id="Rc51c3792c8d94ec6" /><Relationship Type="http://schemas.openxmlformats.org/officeDocument/2006/relationships/image" Target="/ppt/media/image13.png" Id="R51d80a9090334865" /><Relationship Type="http://schemas.openxmlformats.org/officeDocument/2006/relationships/image" Target="/ppt/media/image14.png" Id="R8bb9e8f3d7404143" /><Relationship Type="http://schemas.openxmlformats.org/officeDocument/2006/relationships/image" Target="/ppt/media/image15.png" Id="R3cb315426c6e4e22" /><Relationship Type="http://schemas.openxmlformats.org/officeDocument/2006/relationships/image" Target="/ppt/media/image16.png" Id="Rc78753c30372407a" /><Relationship Type="http://schemas.openxmlformats.org/officeDocument/2006/relationships/image" Target="/ppt/media/image17.png" Id="R7500c8a6fa914b23" /><Relationship Type="http://schemas.openxmlformats.org/officeDocument/2006/relationships/image" Target="/ppt/media/image18.png" Id="R99ada87e07134c3d" /><Relationship Type="http://schemas.openxmlformats.org/officeDocument/2006/relationships/image" Target="/ppt/media/image19.png" Id="Rbdb48f5c96754470" /><Relationship Type="http://schemas.openxmlformats.org/officeDocument/2006/relationships/image" Target="/ppt/media/image20.png" Id="Rdb83aa5488e54610" /><Relationship Type="http://schemas.openxmlformats.org/officeDocument/2006/relationships/image" Target="/ppt/media/image21.png" Id="R43ecbc7452cc42f8" /><Relationship Type="http://schemas.openxmlformats.org/officeDocument/2006/relationships/image" Target="/ppt/media/image22.png" Id="R62180eaeb75748c9" /><Relationship Type="http://schemas.openxmlformats.org/officeDocument/2006/relationships/image" Target="/ppt/media/image23.png" Id="R9d10e5bd7277468a" /><Relationship Type="http://schemas.openxmlformats.org/officeDocument/2006/relationships/image" Target="/ppt/media/image24.png" Id="R765a4e14b6174b87" /><Relationship Type="http://schemas.openxmlformats.org/officeDocument/2006/relationships/image" Target="/ppt/media/image25.png" Id="R9f125dbefb784250" /><Relationship Type="http://schemas.openxmlformats.org/officeDocument/2006/relationships/image" Target="/ppt/media/image26.png" Id="R1f009b2aa06441fa" /><Relationship Type="http://schemas.openxmlformats.org/officeDocument/2006/relationships/image" Target="/ppt/media/image27.png" Id="R10e79aca7106492f" /><Relationship Type="http://schemas.openxmlformats.org/officeDocument/2006/relationships/image" Target="/ppt/media/image28.png" Id="Rf6ddad083f924b45" /><Relationship Type="http://schemas.openxmlformats.org/officeDocument/2006/relationships/image" Target="/ppt/media/image29.png" Id="R85bd2be7f6df4fd7" /><Relationship Type="http://schemas.openxmlformats.org/officeDocument/2006/relationships/image" Target="/ppt/media/image30.png" Id="R0411ccce88e54eef" /><Relationship Type="http://schemas.openxmlformats.org/officeDocument/2006/relationships/image" Target="/ppt/media/image31.png" Id="R800ad1caf6754205" /><Relationship Type="http://schemas.openxmlformats.org/officeDocument/2006/relationships/notesSlide" Target="/ppt/notesSlides/notesSlide2.xml" Id="R259e280c089a46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4a0e635f21431c" /><Relationship Type="http://schemas.openxmlformats.org/officeDocument/2006/relationships/image" Target="/ppt/media/image32.png" Id="R60ab1fb45c854fd6" /><Relationship Type="http://schemas.openxmlformats.org/officeDocument/2006/relationships/image" Target="/ppt/media/image33.png" Id="R4c9196485c414a0d" /><Relationship Type="http://schemas.openxmlformats.org/officeDocument/2006/relationships/image" Target="/ppt/media/image34.png" Id="R7d285ef518d64f34" /><Relationship Type="http://schemas.openxmlformats.org/officeDocument/2006/relationships/image" Target="/ppt/media/image35.png" Id="Rc867dcea85a540f8" /><Relationship Type="http://schemas.openxmlformats.org/officeDocument/2006/relationships/image" Target="/ppt/media/image36.png" Id="R8969d77c20e1463f" /><Relationship Type="http://schemas.openxmlformats.org/officeDocument/2006/relationships/image" Target="/ppt/media/image37.png" Id="R05bb0ac9353645a1" /><Relationship Type="http://schemas.openxmlformats.org/officeDocument/2006/relationships/image" Target="/ppt/media/image38.png" Id="R604b22f15527485f" /><Relationship Type="http://schemas.openxmlformats.org/officeDocument/2006/relationships/image" Target="/ppt/media/image39.png" Id="Rff88bf03b03f488e" /><Relationship Type="http://schemas.openxmlformats.org/officeDocument/2006/relationships/image" Target="/ppt/media/image40.png" Id="R0058a251495b4a87" /><Relationship Type="http://schemas.openxmlformats.org/officeDocument/2006/relationships/image" Target="/ppt/media/image41.png" Id="Rf9b108b22fef47a7" /><Relationship Type="http://schemas.openxmlformats.org/officeDocument/2006/relationships/image" Target="/ppt/media/image42.png" Id="Raa6a5ee0a1c24bc8" /><Relationship Type="http://schemas.openxmlformats.org/officeDocument/2006/relationships/image" Target="/ppt/media/image43.png" Id="Rb7c649ca2c674ffd" /><Relationship Type="http://schemas.openxmlformats.org/officeDocument/2006/relationships/image" Target="/ppt/media/image44.png" Id="R95ee91a531354141" /><Relationship Type="http://schemas.openxmlformats.org/officeDocument/2006/relationships/image" Target="/ppt/media/image45.png" Id="Rebbac6e30ca14cb1" /><Relationship Type="http://schemas.openxmlformats.org/officeDocument/2006/relationships/image" Target="/ppt/media/image46.png" Id="R106051ab634248eb" /><Relationship Type="http://schemas.openxmlformats.org/officeDocument/2006/relationships/image" Target="/ppt/media/image47.png" Id="R08a731e868344436" /><Relationship Type="http://schemas.openxmlformats.org/officeDocument/2006/relationships/image" Target="/ppt/media/image48.png" Id="R662e873ecea2461c" /><Relationship Type="http://schemas.openxmlformats.org/officeDocument/2006/relationships/image" Target="/ppt/media/image49.png" Id="R9bab1d5c98c64316" /><Relationship Type="http://schemas.openxmlformats.org/officeDocument/2006/relationships/image" Target="/ppt/media/image50.png" Id="R3e12810e972f44d6" /><Relationship Type="http://schemas.openxmlformats.org/officeDocument/2006/relationships/image" Target="/ppt/media/image51.png" Id="Rbf099e6d4c3140d2" /><Relationship Type="http://schemas.openxmlformats.org/officeDocument/2006/relationships/image" Target="/ppt/media/image52.png" Id="R213b0aabcb334726" /><Relationship Type="http://schemas.openxmlformats.org/officeDocument/2006/relationships/image" Target="/ppt/media/image53.png" Id="R1fc1683674324c05" /><Relationship Type="http://schemas.openxmlformats.org/officeDocument/2006/relationships/image" Target="/ppt/media/image54.png" Id="R1f5225e165c146bd" /><Relationship Type="http://schemas.openxmlformats.org/officeDocument/2006/relationships/image" Target="/ppt/media/image55.png" Id="R386f86d94abe46c3" /><Relationship Type="http://schemas.openxmlformats.org/officeDocument/2006/relationships/image" Target="/ppt/media/image56.png" Id="R2970b31489854865" /><Relationship Type="http://schemas.openxmlformats.org/officeDocument/2006/relationships/image" Target="/ppt/media/image57.png" Id="Ra5c02851940e46cc" /><Relationship Type="http://schemas.openxmlformats.org/officeDocument/2006/relationships/image" Target="/ppt/media/image58.png" Id="R5af3eb62338d4d04" /><Relationship Type="http://schemas.openxmlformats.org/officeDocument/2006/relationships/image" Target="/ppt/media/image59.png" Id="R2868b2676bc64a57" /><Relationship Type="http://schemas.openxmlformats.org/officeDocument/2006/relationships/image" Target="/ppt/media/image60.png" Id="R7345dae140214add" /><Relationship Type="http://schemas.openxmlformats.org/officeDocument/2006/relationships/image" Target="/ppt/media/image61.png" Id="R094058df99aa42c4" /><Relationship Type="http://schemas.openxmlformats.org/officeDocument/2006/relationships/image" Target="/ppt/media/image62.png" Id="Rf92bc1ac47514d07" /><Relationship Type="http://schemas.openxmlformats.org/officeDocument/2006/relationships/image" Target="/ppt/media/image63.png" Id="R9b951f92e7db4dc5" /><Relationship Type="http://schemas.openxmlformats.org/officeDocument/2006/relationships/notesSlide" Target="/ppt/notesSlides/notesSlide3.xml" Id="R4df030a5ab6b41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d48c38e78941bd" /><Relationship Type="http://schemas.openxmlformats.org/officeDocument/2006/relationships/notesSlide" Target="/ppt/notesSlides/notesSlide4.xml" Id="Ra0701cc1c82744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b4f232ef4c438e" /><Relationship Type="http://schemas.openxmlformats.org/officeDocument/2006/relationships/notesSlide" Target="/ppt/notesSlides/notesSlide5.xml" Id="Rd05717a78c924f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f7603bb32b4743" /><Relationship Type="http://schemas.openxmlformats.org/officeDocument/2006/relationships/notesSlide" Target="/ppt/notesSlides/notesSlide6.xml" Id="Rd3fca9cd02d54a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95fed6c7484d9d" /><Relationship Type="http://schemas.openxmlformats.org/officeDocument/2006/relationships/notesSlide" Target="/ppt/notesSlides/notesSlide7.xml" Id="Rb1d1ca0e33874a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d9340b44fe49d0" /><Relationship Type="http://schemas.openxmlformats.org/officeDocument/2006/relationships/image" Target="/ppt/media/image64.png" Id="R7446aec3b7824ff0" /><Relationship Type="http://schemas.openxmlformats.org/officeDocument/2006/relationships/image" Target="/ppt/media/image65.png" Id="Rc5b527cfd2264b6d" /><Relationship Type="http://schemas.openxmlformats.org/officeDocument/2006/relationships/hyperlink" Target="file:///C:/Users/KATEB/Documents/PaddelLab/deliverables/client1_organizer_proof.mp4" TargetMode="External" Id="R8b4eb54cf97247f1" /><Relationship Type="http://schemas.openxmlformats.org/officeDocument/2006/relationships/hyperlink" Target="file:///C:/Users/KATEB/Documents/PaddelLab/deliverables/client2_join_proof.mp4" TargetMode="External" Id="Rc82dbeed79dc4e11" /><Relationship Type="http://schemas.openxmlformats.org/officeDocument/2006/relationships/notesSlide" Target="/ppt/notesSlides/notesSlide8.xml" Id="R5bf38f615c3448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da7a4d32e94110" /><Relationship Type="http://schemas.openxmlformats.org/officeDocument/2006/relationships/image" Target="/ppt/media/image66.png" Id="Rc29314bddbac439b" /><Relationship Type="http://schemas.openxmlformats.org/officeDocument/2006/relationships/notesSlide" Target="/ppt/notesSlides/notesSlide9.xml" Id="Raa49c14bc43048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2502434-A078-46CF-8A1A-292C70F6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d43184f3bb44ec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C3E2166-B07C-4DC9-A1E9-F20F1DE0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1924030"/>
            <a:ext cx="5009512" cy="6220301"/>
          </a:xfrm>
          <a:custGeom xmlns:a="http://schemas.openxmlformats.org/drawingml/2006/main">
            <a:rect l="l" t="t" r="r" b="b"/>
            <a:pathLst>
              <a:path w="5009512" h="6220301">
                <a:moveTo>
                  <a:pt x="0" y="0"/>
                </a:moveTo>
                <a:lnTo>
                  <a:pt x="5009512" y="0"/>
                </a:lnTo>
                <a:lnTo>
                  <a:pt x="5009512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a7a4e3aa405a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27A2790-1FC7-4282-A3B4-8BD4C5A8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5138034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af3182d46e4e41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CC4618B-8F3A-4E85-847F-3C08E9FA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888" y="752853"/>
            <a:ext cx="7147154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F8F8F8"/>
                </a:solidFill>
                <a:latin typeface="Roboto Bold"/>
                <a:ea typeface="Roboto Bold"/>
                <a:cs typeface="Roboto Bold"/>
              </a:rPr>
              <a:t>Padeli Hyeti –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818FE4A-C13D-4527-BAE2-4F95878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420" y="2063146"/>
            <a:ext cx="10293936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Padel Player Finder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16FA731-B4C6-49FC-825D-5A586FEA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553" y="3474894"/>
            <a:ext cx="6938491" cy="893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5"/>
              </a:lnSpc>
              <a:buNone/>
            </a:pPr>
            <a:r>
              <a:rPr sz="2575" spc="-103">
                <a:solidFill>
                  <a:srgbClr val="B7D34B"/>
                </a:solidFill>
                <a:latin typeface="Roboto"/>
                <a:ea typeface="Roboto"/>
                <a:cs typeface="Roboto"/>
              </a:rPr>
              <a:t>A real HTTP client-server application for finding players and organizing Padel games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A69B7F7-E8F7-4BE6-854D-0BD402FF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31" y="5341897"/>
            <a:ext cx="3070683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 players need a simple way to find suitable players and join available games.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F2695FD-73F6-4FA2-96C3-66B4B706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2061" y="4945559"/>
            <a:ext cx="1712656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OUR SOLUTION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A7E4B7F-DDF4-4E48-BED6-9E5C606E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696" y="5341896"/>
            <a:ext cx="3849157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Padeli Hyeti connects browser clients to a centralized Flask server and persistent SQLite database.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21818F8-D269-43D1-A3CD-DC8739DD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6854356"/>
            <a:ext cx="4364182" cy="1727254"/>
          </a:xfrm>
          <a:custGeom xmlns:a="http://schemas.openxmlformats.org/drawingml/2006/main"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d35484fe2d439d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251B33F-3F64-43EB-AEB8-0ED31C5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488f3437724882"/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DF24AC1-5447-4775-B56D-DEF7E48D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7768" y="7174563"/>
            <a:ext cx="185677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TEAM MEMBERS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E6FA662-7580-44F0-A0D9-C65BC80F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6914" y="7581206"/>
            <a:ext cx="1942174" cy="1064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3-member university project team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720CA8A-5104-4F23-B251-AB97EE53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818" y="6854356"/>
            <a:ext cx="5457962" cy="1727254"/>
          </a:xfrm>
          <a:custGeom xmlns:a="http://schemas.openxmlformats.org/drawingml/2006/main">
            <a:rect l="l" t="t" r="r" b="b"/>
            <a:pathLst>
              <a:path w="5457962" h="1727254">
                <a:moveTo>
                  <a:pt x="0" y="0"/>
                </a:moveTo>
                <a:lnTo>
                  <a:pt x="5457962" y="0"/>
                </a:lnTo>
                <a:lnTo>
                  <a:pt x="545796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6c6cc0a4eb4ee8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88A0805-5D6E-44AB-89E5-9C7A2B9C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7330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f517d776ea4780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E5F6D41-7B1D-4C85-B438-CF3D538C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9911" y="7581206"/>
            <a:ext cx="2983116" cy="7096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github.com/bvbvbv54/Paddelni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788B3DB-EB2E-451F-9E7F-91B19C35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6854356"/>
            <a:ext cx="5239206" cy="1727254"/>
          </a:xfrm>
          <a:custGeom xmlns:a="http://schemas.openxmlformats.org/drawingml/2006/main">
            <a:rect l="l" t="t" r="r" b="b"/>
            <a:pathLst>
              <a:path w="5239206" h="1727254">
                <a:moveTo>
                  <a:pt x="0" y="0"/>
                </a:moveTo>
                <a:lnTo>
                  <a:pt x="5239206" y="0"/>
                </a:lnTo>
                <a:lnTo>
                  <a:pt x="5239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0fcf948f3049a5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05AE541-8631-4135-AE28-3384E95C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5598" y="7062064"/>
            <a:ext cx="1093780" cy="1300906"/>
          </a:xfrm>
          <a:custGeom xmlns:a="http://schemas.openxmlformats.org/drawingml/2006/main"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de0bb97dbf4019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59D1807-3B0C-4081-AD02-D8B0EE1C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1169" y="7174563"/>
            <a:ext cx="2601897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APPLICATION PREVIEW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3393340-7C4F-414E-A76D-6B98F31B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6887" y="7581206"/>
            <a:ext cx="3030093" cy="35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Two-browser client demo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4879633-0EE5-4258-978C-8FEA538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570678"/>
            <a:ext cx="15039474" cy="1508614"/>
          </a:xfrm>
          <a:custGeom xmlns:a="http://schemas.openxmlformats.org/drawingml/2006/main">
            <a:rect l="l" t="t" r="r" b="b"/>
            <a:pathLst>
              <a:path w="15039474" h="1508614">
                <a:moveTo>
                  <a:pt x="0" y="0"/>
                </a:moveTo>
                <a:lnTo>
                  <a:pt x="15039474" y="0"/>
                </a:lnTo>
                <a:lnTo>
                  <a:pt x="15039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32a43dcccd4f03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C6FA500-54C3-4CE8-94E1-BF79DD5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778386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eff2b56acb144f5"/>
            <a:stretch>
              <a:fillRect l="0" t="0" r="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4C525A2-ACA8-4AE7-9A81-84075D48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46" y="8891499"/>
            <a:ext cx="1845858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PROJECT IMAGE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0EBEBDE-38BF-4938-BBE9-068E4938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14" y="9268020"/>
            <a:ext cx="5349089" cy="35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Real HTTP + Wireshark evidence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00C6186-CDB5-4D7D-BDF3-83320A8A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27" y="4945559"/>
            <a:ext cx="1601041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THE PROBLEM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6F8B787-090B-4B87-9027-B7AD2677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290" y="7174563"/>
            <a:ext cx="144518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13844930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AC6DC1B-42BC-456A-B8C5-150A21C4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1c3792c8d94ec6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3F7E3FD-8002-4E34-AC98-59E549B5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380" y="448943"/>
            <a:ext cx="12419010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274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System and Network Architecture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F078352-4228-400C-82E0-E9B43D3E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66" y="1414462"/>
            <a:ext cx="9969328" cy="4295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759" b="1" spc="-82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Three physical computers communicating over a private network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C56D77E-44F6-48B2-824D-515597B4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1071335"/>
            <a:ext cx="3718852" cy="5575313"/>
          </a:xfrm>
          <a:custGeom xmlns:a="http://schemas.openxmlformats.org/drawingml/2006/main">
            <a:rect l="l" t="t" r="r" b="b"/>
            <a:pathLst>
              <a:path w="3718852" h="5575313">
                <a:moveTo>
                  <a:pt x="0" y="0"/>
                </a:moveTo>
                <a:lnTo>
                  <a:pt x="3718852" y="0"/>
                </a:lnTo>
                <a:lnTo>
                  <a:pt x="3718852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d80a9090334865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3DCA5CC-E3D7-4453-8984-ED78AEA0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194" y="1529413"/>
            <a:ext cx="2811055" cy="295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9"/>
              </a:lnSpc>
              <a:buNone/>
            </a:pPr>
            <a:r>
              <a:rPr sz="1916" b="1" spc="-57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 INFORMATION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5A4EFBD-50CA-4484-8AE9-3C4CE6FD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1933" y="2227748"/>
            <a:ext cx="1737169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address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607AF0E-CA7E-4019-883E-17D4AF44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5905" y="2610013"/>
            <a:ext cx="3018894" cy="307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192.168.54.6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E11D8D0-B880-47C2-8A34-77DD7D1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512" y="3266946"/>
            <a:ext cx="1279265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port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6F5D02-9EE1-455B-9097-A703F92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492" y="4200718"/>
            <a:ext cx="981292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Protocol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21970F1-2EFE-4D5D-846D-5913F74F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538" y="5164611"/>
            <a:ext cx="976627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5623B0-47D7-4BAC-92AA-91BEA86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8647" y="5561938"/>
            <a:ext cx="2744719" cy="307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Wi-Fi LAN / private network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BDBB190-1747-4D32-9E92-8CE3EBD3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8574" y="2142670"/>
            <a:ext cx="5895474" cy="4296271"/>
          </a:xfrm>
          <a:custGeom xmlns:a="http://schemas.openxmlformats.org/drawingml/2006/main">
            <a:rect l="l" t="t" r="r" b="b"/>
            <a:pathLst>
              <a:path w="5895474" h="4296271">
                <a:moveTo>
                  <a:pt x="0" y="0"/>
                </a:moveTo>
                <a:lnTo>
                  <a:pt x="5895474" y="0"/>
                </a:lnTo>
                <a:lnTo>
                  <a:pt x="5895474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b9e8f3d7404143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5B62384-D421-4C8C-89C5-060BA6AC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2483295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PHYSICAL SERVER COMPUTER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2DDA955-F253-4DEE-A700-8BF8E6E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2995365"/>
            <a:ext cx="885962" cy="1508614"/>
          </a:xfrm>
          <a:custGeom xmlns:a="http://schemas.openxmlformats.org/drawingml/2006/main">
            <a:rect l="l" t="t" r="r" b="b"/>
            <a:pathLst>
              <a:path w="885962" h="1508614">
                <a:moveTo>
                  <a:pt x="0" y="0"/>
                </a:moveTo>
                <a:lnTo>
                  <a:pt x="885962" y="0"/>
                </a:lnTo>
                <a:lnTo>
                  <a:pt x="88596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b315426c6e4e22"/>
            <a:stretch>
              <a:fillRect l="0" t="0" r="0" b="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DDA91C0-07C8-4ABA-AF00-98A41A2F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839" y="3171045"/>
            <a:ext cx="2641842" cy="3843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90"/>
              </a:lnSpc>
              <a:buNone/>
            </a:pPr>
            <a:r>
              <a:rPr sz="2575" b="1" spc="-76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Flask HTTP Server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26F9032-B81E-46AC-B792-E51F2D75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9787" y="3668053"/>
            <a:ext cx="164705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Port: 8000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Protocol: HTTP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EE4200C-701B-48F4-9AA4-5CFB1A67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5020450" cy="229572"/>
          </a:xfrm>
          <a:custGeom xmlns:a="http://schemas.openxmlformats.org/drawingml/2006/main"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8753c30372407a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FEFE61A-B327-453B-8FB6-6F33965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4711687"/>
            <a:ext cx="885962" cy="1289974"/>
          </a:xfrm>
          <a:custGeom xmlns:a="http://schemas.openxmlformats.org/drawingml/2006/main">
            <a:rect l="l" t="t" r="r" b="b"/>
            <a:pathLst>
              <a:path w="885962" h="1289974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00c8a6fa914b23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F2B2B44-225A-40DE-B228-75F9D049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4986" y="4903042"/>
            <a:ext cx="2127161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SQLite Database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91EE04F-D172-49ED-A12A-26D84A4E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5012" y="5324746"/>
            <a:ext cx="2124577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Centralized storage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Shared by all clients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47D9889-A7F2-4F8C-A570-F23F66CF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1464" y="6209369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9ada87e07134c3d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FF8F2219-F36E-4E06-8F53-D6C4327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3244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db48f5c96754470"/>
            <a:stretch>
              <a:fillRect l="0" t="0" r="0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2741057-9EC2-4185-B438-FDE9AA8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7280704"/>
            <a:ext cx="3926670" cy="863627"/>
          </a:xfrm>
          <a:custGeom xmlns:a="http://schemas.openxmlformats.org/drawingml/2006/main">
            <a:rect l="l" t="t" r="r" b="b"/>
            <a:pathLst>
              <a:path w="3926670" h="863627">
                <a:moveTo>
                  <a:pt x="0" y="0"/>
                </a:moveTo>
                <a:lnTo>
                  <a:pt x="3926670" y="0"/>
                </a:lnTo>
                <a:lnTo>
                  <a:pt x="392667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83aa5488e54610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C760019-4995-4E1A-9FBA-A7F43C20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7603981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PRIVATE LAN NETWORK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A81D6AC-EB33-41FE-BB2A-18C436F8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3ecbc7452cc42f8"/>
            <a:stretch>
              <a:fillRect l="0" t="0" r="0" b="0"/>
            </a:stretch>
          </a:blipFill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6BB4E01-D332-40A2-9126-DBA3E30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6635716"/>
            <a:ext cx="3718852" cy="2153601"/>
          </a:xfrm>
          <a:custGeom xmlns:a="http://schemas.openxmlformats.org/drawingml/2006/main">
            <a:rect l="l" t="t" r="r" b="b"/>
            <a:pathLst>
              <a:path w="3718852" h="2153601">
                <a:moveTo>
                  <a:pt x="0" y="0"/>
                </a:moveTo>
                <a:lnTo>
                  <a:pt x="3718852" y="0"/>
                </a:lnTo>
                <a:lnTo>
                  <a:pt x="371885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2180eaeb75748c9"/>
            <a:stretch>
              <a:fillRect l="0" t="0" r="0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EB15554-18E6-4701-A2F3-4FFC9A8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039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1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45A5FAF-3922-48EE-906B-525F876B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842" y="7499343"/>
            <a:ext cx="1531292" cy="1082267"/>
          </a:xfrm>
          <a:custGeom xmlns:a="http://schemas.openxmlformats.org/drawingml/2006/main">
            <a:rect l="l" t="t" r="r" b="b"/>
            <a:pathLst>
              <a:path w="1531292" h="1082267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10e5bd7277468a"/>
            <a:stretch>
              <a:fillRect l="0" t="0" r="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5281B1F6-428B-48A2-B571-BA305663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815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CC0EC11-B490-4DE9-B03E-01FF196B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2938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1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56C1103-9F13-437D-B545-0F1164E9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444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5a4e14b6174b87"/>
            <a:stretch>
              <a:fillRect l="0" t="0" r="0" b="0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E5D96C02-594C-4258-961D-93C99F8B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6167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DB9E137-4A4F-455C-8B64-E0480BE0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1952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125dbefb784250"/>
            <a:stretch>
              <a:fillRect l="0" t="0" r="0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FF71B219-1258-4FF3-A451-F9D14276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387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E43FB1A-EA9E-4DEA-88FF-9F4E74A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440" y="6635716"/>
            <a:ext cx="3937608" cy="2153601"/>
          </a:xfrm>
          <a:custGeom xmlns:a="http://schemas.openxmlformats.org/drawingml/2006/main">
            <a:rect l="l" t="t" r="r" b="b"/>
            <a:pathLst>
              <a:path w="3937608" h="2153601">
                <a:moveTo>
                  <a:pt x="0" y="0"/>
                </a:moveTo>
                <a:lnTo>
                  <a:pt x="3937608" y="0"/>
                </a:lnTo>
                <a:lnTo>
                  <a:pt x="393760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009b2aa06441fa"/>
            <a:stretch>
              <a:fillRect l="0" t="0" r="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D40ECB9-F564-48F1-9031-E7803F1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3977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65B50388-D157-4C30-92C2-6236A3DF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7499343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e79aca7106492f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A5AAFE4-B35E-4A14-8DA2-ABBD75DC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8542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B29412A-CEFD-4699-9FBB-8FC080B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311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ddad083f924b45"/>
            <a:stretch>
              <a:fillRect l="0" t="0" r="0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7193C611-3CCB-4DBD-BA64-BCACE618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3073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BCE496C-82CF-4969-8389-C72D3084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4354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bd2be7f6df4fd7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586A8E41-3BD9-4BAF-BD3B-1B4465D2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0543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035FB5E-858E-41A0-9F90-6E967A8F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8778386"/>
            <a:ext cx="11550316" cy="1508614"/>
          </a:xfrm>
          <a:custGeom xmlns:a="http://schemas.openxmlformats.org/drawingml/2006/main">
            <a:rect l="l" t="t" r="r" b="b"/>
            <a:pathLst>
              <a:path w="11550316" h="1508614">
                <a:moveTo>
                  <a:pt x="0" y="0"/>
                </a:moveTo>
                <a:lnTo>
                  <a:pt x="11550316" y="0"/>
                </a:lnTo>
                <a:lnTo>
                  <a:pt x="11550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11ccce88e54eef"/>
            <a:stretch>
              <a:fillRect l="0" t="0" r="0" b="0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CDA33C2-8BF2-4880-B1AA-EB7E919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8997026"/>
            <a:ext cx="885962" cy="1082267"/>
          </a:xfrm>
          <a:custGeom xmlns:a="http://schemas.openxmlformats.org/drawingml/2006/main"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00ad1caf6754205"/>
            <a:stretch>
              <a:fillRect l="0" t="0" r="0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FA7FAC2E-1E42-412D-9315-A1996BB0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035" y="9150199"/>
            <a:ext cx="8498107" cy="687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Both clients communicate with the same backend,</a:t>
            </a:r>
          </a:p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so data created by one player can be discovered by another player.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F9D1FC0F-F91E-4794-93DA-5FDB3E6E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9664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2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0E2F3441-0221-4B27-8DCF-F855960C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3908" y="4567922"/>
            <a:ext cx="539623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2F20765-D997-4D89-AA2F-C9C97780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551" y="3619089"/>
            <a:ext cx="475395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8000</a:t>
            </a:r>
          </a:p>
        </p:txBody>
      </p:sp>
    </p:spTree>
    <p:extLst>
      <p:ext uri="{BB962C8B-B14F-4D97-AF65-F5344CB8AC3E}">
        <p14:creationId xmlns:p14="http://schemas.microsoft.com/office/powerpoint/2010/main" val="6440095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D8387B0-B8DE-470C-8E40-E429770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ab1fb45c854fd6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C402C8D-C25A-4633-9210-7F6B897F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829" y="524247"/>
            <a:ext cx="10731948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340">
                <a:solidFill>
                  <a:srgbClr val="F1EEEA"/>
                </a:solidFill>
                <a:latin typeface="Roboto Bold"/>
                <a:ea typeface="Roboto Bold"/>
                <a:cs typeface="Roboto Bold"/>
              </a:rPr>
              <a:t>Application Implementation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939AD45-7101-49DC-BFC5-2F3C4685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641" y="1577708"/>
            <a:ext cx="6950746" cy="3711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59"/>
              </a:lnSpc>
              <a:buNone/>
            </a:pPr>
            <a:r>
              <a:rPr sz="2759" b="1" spc="-137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Core components of the Padeli Hyeti system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729AB47-4A28-4F8B-840A-018679B3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2142670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9196485c414a0d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0905D3D-4C99-4DF9-8DD9-F569E2EB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2776725"/>
            <a:ext cx="1323474" cy="1300906"/>
          </a:xfrm>
          <a:custGeom xmlns:a="http://schemas.openxmlformats.org/drawingml/2006/main"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285ef518d64f34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20EF73A-F7A9-4E66-B14F-D6E97BD5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7045" y="2842763"/>
            <a:ext cx="1360385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Frontend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415B344-80EE-47D4-8858-480F746F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9179" y="3454536"/>
            <a:ext cx="3146895" cy="100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HTML5, CSS3, </a:t>
            </a: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Jinja templates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Minimal JavaScript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Browser-based interaction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F095427-7DC8-49FA-839D-3C0C0081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5356674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67dcea85a540f8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47768D9-7247-4750-A73C-7F257BE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5783021"/>
            <a:ext cx="1323474" cy="1289974"/>
          </a:xfrm>
          <a:custGeom xmlns:a="http://schemas.openxmlformats.org/drawingml/2006/main"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69d77c20e1463f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5C03DDA-445D-4CD4-BA64-0BD0E92A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428" y="5900114"/>
            <a:ext cx="1422063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Database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C5024D-6F19-4854-8A4F-5D5BF776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746" y="6391400"/>
            <a:ext cx="2690239" cy="168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SQLite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Persistent storage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Foreign keys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Unique constraints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Parametrized SQL queries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8814C41-538D-4F93-BFE3-F256A03E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2142670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5bb0ac9353645a1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BD7E0DC-98BE-49B2-B645-BD88F0F5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2776725"/>
            <a:ext cx="1531292" cy="1300906"/>
          </a:xfrm>
          <a:custGeom xmlns:a="http://schemas.openxmlformats.org/drawingml/2006/main"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4b22f15527485f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CBE9D6B-3C63-48B2-ACE2-8D92C7D2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7474" y="2842763"/>
            <a:ext cx="1318994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Backend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6D5C17A-0650-4AE1-8F36-8C0D7A4F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190" y="3383987"/>
            <a:ext cx="2447361" cy="1421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b="1" spc="-95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Python 3, Flask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Session authentication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JSON API endpoints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Server-side validation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EB7102E-274C-4AD1-AEFB-A8B2BD8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5356674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88bf03b03f488e"/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59A04CF-5522-46B7-A1EF-5B9F5176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5783021"/>
            <a:ext cx="1531292" cy="1289974"/>
          </a:xfrm>
          <a:custGeom xmlns:a="http://schemas.openxmlformats.org/drawingml/2006/main">
            <a:rect l="l" t="t" r="r" b="b"/>
            <a:pathLst>
              <a:path w="1531292" h="1289974">
                <a:moveTo>
                  <a:pt x="0" y="0"/>
                </a:moveTo>
                <a:lnTo>
                  <a:pt x="1531292" y="0"/>
                </a:lnTo>
                <a:lnTo>
                  <a:pt x="153129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58a251495b4a87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910F38C-36E9-4D76-8D99-D3C473C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8051" y="6422116"/>
            <a:ext cx="3261353" cy="1678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b="1" spc="-8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Werkzeug password hashing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Passwords never stored in plaintext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CSRF protection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HTTP-only session cookies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Private profile information protected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A3B919A-C34C-4005-83A4-FC542C09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9b108b22fef47a7"/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963DF73-3543-4B7D-80DE-1144CC5F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778386"/>
            <a:ext cx="11331560" cy="1300906"/>
          </a:xfrm>
          <a:custGeom xmlns:a="http://schemas.openxmlformats.org/drawingml/2006/main">
            <a:rect l="l" t="t" r="r" b="b"/>
            <a:pathLst>
              <a:path w="11331560" h="1300906">
                <a:moveTo>
                  <a:pt x="0" y="0"/>
                </a:moveTo>
                <a:lnTo>
                  <a:pt x="11331560" y="0"/>
                </a:lnTo>
                <a:lnTo>
                  <a:pt x="11331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6a5ee0a1c24bc8"/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C5B9DFB-DD55-438E-8139-E073DD9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997026"/>
            <a:ext cx="1104718" cy="1082267"/>
          </a:xfrm>
          <a:custGeom xmlns:a="http://schemas.openxmlformats.org/drawingml/2006/main"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7c649ca2c674ffd"/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553BD22-F786-4505-AEC6-AF9CD555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9914" y="9125309"/>
            <a:ext cx="7286625" cy="723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0"/>
              </a:lnSpc>
              <a:buNone/>
            </a:pPr>
            <a:r>
              <a:rPr sz="2254" spc="-112">
                <a:solidFill>
                  <a:srgbClr val="F1EEEA"/>
                </a:solidFill>
                <a:latin typeface="Roboto"/>
                <a:ea typeface="Roboto"/>
                <a:cs typeface="Roboto"/>
              </a:rPr>
              <a:t>Basic security suitable for controlled university demonstration,</a:t>
            </a:r>
            <a:r>
              <a:rPr sz="2254" b="1" spc="-112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 not production-grade.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B5A774C-D6E8-4B6F-85FB-93F46A2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852695"/>
            <a:ext cx="5457962" cy="8800250"/>
          </a:xfrm>
          <a:custGeom xmlns:a="http://schemas.openxmlformats.org/drawingml/2006/main">
            <a:rect l="l" t="t" r="r" b="b"/>
            <a:pathLst>
              <a:path w="5457962" h="8800250">
                <a:moveTo>
                  <a:pt x="0" y="0"/>
                </a:moveTo>
                <a:lnTo>
                  <a:pt x="5457962" y="0"/>
                </a:lnTo>
                <a:lnTo>
                  <a:pt x="5457962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ee91a531354141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D2166DD-33BE-40A4-A324-E6099490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8383" y="1400325"/>
            <a:ext cx="4554141" cy="285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88"/>
              </a:lnSpc>
              <a:buNone/>
            </a:pPr>
            <a:r>
              <a:rPr sz="2188" b="1" spc="-108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Project File Structure (Example)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DFB8E22-5048-4915-BEF7-73A397C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2220" y="1924030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bbac6e30ca14cb1"/>
            <a:stretch>
              <a:fillRect l="0" t="0" r="0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8505997-DE3D-4A52-AA88-E0F8BB09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0504" y="1947894"/>
            <a:ext cx="165040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padeli_hyeti/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0A4157B-9314-4A13-8E2F-36116A9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235037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6051ab634248eb"/>
            <a:stretch>
              <a:fillRect l="0" t="0" r="0" b="0"/>
            </a:stretch>
          </a:blipFill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0C53A0EA-3617-4648-8AFE-466DD51C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776725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a731e868344436"/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F83AADF-2350-4588-AD6C-3D8C3A94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995365"/>
            <a:ext cx="437512" cy="655919"/>
          </a:xfrm>
          <a:custGeom xmlns:a="http://schemas.openxmlformats.org/drawingml/2006/main"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2e873ecea2461c"/>
            <a:stretch>
              <a:fillRect l="0" t="0" r="0" b="0"/>
            </a:stretch>
          </a:blipFill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5B4EE0E-7F67-4EA2-9C61-38A28AB5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3421712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ab1d5c98c64316"/>
            <a:stretch>
              <a:fillRect l="0" t="0" r="0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4A4AE9C-A83D-43B3-A709-710EA01A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0461" y="3514221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templates/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6B69CAF6-03BE-46FF-89C6-2CB78AA9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3848060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12810e972f44d6"/>
            <a:stretch>
              <a:fillRect l="0" t="0" r="0" b="0"/>
            </a:stretch>
          </a:blipFill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8C786EC-E2DC-41F3-9741-917A19A2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285339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099e6d4c3140d2"/>
            <a:stretch>
              <a:fillRect l="0" t="0" r="0" b="0"/>
            </a:stretch>
          </a:blipFill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E1EFD37-01E0-4876-8566-EFB0DCA3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49304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13b0aabcb334726"/>
            <a:stretch>
              <a:fillRect l="0" t="0" r="0" b="0"/>
            </a:stretch>
          </a:blip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A450D50D-F37C-4694-99E7-B414D631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4919394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c1683674324c05"/>
            <a:stretch>
              <a:fillRect l="0" t="0" r="0" b="0"/>
            </a:stretch>
          </a:blipFill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06AEA4DB-CEFA-4045-B880-E9C3D902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5356674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5225e165c146bd"/>
            <a:stretch>
              <a:fillRect l="0" t="0" r="0" b="0"/>
            </a:stretch>
          </a:blipFill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A11292CB-9170-4F58-86A6-C3609B07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5783021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6f86d94abe46c3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B7A8F955-BA1C-405B-A8A1-DA98160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9348" y="5758287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style.css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EF4A2414-38B6-42A1-894D-18FCF267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6209369"/>
            <a:ext cx="448450" cy="229572"/>
          </a:xfrm>
          <a:custGeom xmlns:a="http://schemas.openxmlformats.org/drawingml/2006/main"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70b31489854865"/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6D818079-96CE-4F69-B77D-545C9A07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6428009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c02851940e46cc"/>
            <a:stretch>
              <a:fillRect l="0" t="0" r="0" b="0"/>
            </a:stretch>
          </a:blipFill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D1ACEC3-C209-4CE2-B059-9DE8DFC3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6854356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af3eb62338d4d04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C6974822-2896-40B9-AA32-C0D6EB6E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730" y="687278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database/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470F56D-B62E-4405-986A-21254EBD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280704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68b2676bc64a57"/>
            <a:stretch>
              <a:fillRect l="0" t="0" r="0" b="0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4D360494-A167-4ACB-86EB-C717879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0293" y="7234249"/>
            <a:ext cx="139649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database.py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EF1EA05-2F25-40C1-A67F-3856B6A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499343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45dae140214add"/>
            <a:stretch>
              <a:fillRect l="0" t="0" r="0" b="0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63954070-23BE-441A-BFBE-636474EF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5215" y="7610770"/>
            <a:ext cx="190431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padeli_hyeti.db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CE55779-AA7B-48F1-98C5-2EBDB9BB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7925691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94058df99aa42c4"/>
            <a:stretch>
              <a:fillRect l="0" t="0" r="0" b="0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18E89CF-5A0C-47B8-B965-7DD74675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8750" y="8002352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utils/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623F373-C27A-4062-ACCD-E45B1FD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8352038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92bc1ac47514d07"/>
            <a:stretch>
              <a:fillRect l="0" t="0" r="0" b="0"/>
            </a:stretch>
          </a:blipFill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383394C-F440-472F-8BC0-D570A1C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40976" y="8778386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951f92e7db4dc5"/>
            <a:stretch>
              <a:fillRect l="0" t="0" r="0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A18FB003-A464-44D8-BF70-CB4168D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265" y="5900114"/>
            <a:ext cx="1239902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Security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19A2828D-ADC5-4F05-87A9-1C3C388A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276117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_init_.py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B24EAB0E-2511-4593-AF06-7230CC2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64378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login.html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22C44914-4B09-40EA-A684-B58FCBCD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28232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index.html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F390BC2-D81F-4953-9C3A-4434D304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152761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routes.py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FDCA649B-3A32-45B7-A5C1-7A1B8839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890742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base.html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06FED08F-4AFA-47D2-B300-ABE21490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4269" y="5005245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static/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11CAE742-0323-4491-8649-257E8609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1887" y="6496268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main.js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ECDA76FD-1C28-4FE3-9BE6-1DC4EAF5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004" y="8393934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auth.py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0AF49252-85EC-41B3-B70E-DD716BA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281" y="8860820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run.py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B259EEE3-F00F-4734-987A-7CB1E3E3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1289" y="2354537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app/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014E0646-55E9-46E1-8671-8A0025F6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7070" y="5396826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css/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AD0016F0-A00A-4E75-8756-366BCB51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8340" y="6134808"/>
            <a:ext cx="38086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js/</a:t>
            </a:r>
          </a:p>
        </p:txBody>
      </p:sp>
    </p:spTree>
    <p:extLst>
      <p:ext uri="{BB962C8B-B14F-4D97-AF65-F5344CB8AC3E}">
        <p14:creationId xmlns:p14="http://schemas.microsoft.com/office/powerpoint/2010/main" val="233937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704C2-136F-46E4-B47B-505A7DB9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03  /  THE SHARED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F4AFA-94D9-43FA-935C-418E9093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Game 5, in one glance.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16457-2CDA-4978-AA48-95B6FD92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same row is created by Client 1 and read by Client 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54DB3-08BD-48C2-BA69-1296735E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4F699-ED10-410C-A843-CB5DDA6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5B1AF-CFE5-4216-B013-3A2BCAB4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D3F60-7951-47C0-9B58-0164F2E1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63830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0F489-26D2-4931-933C-2413537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GAME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134D3-4FE1-4170-9B4F-78E75084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C0A13-F6B9-4DEB-B7DA-F97E7E67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1466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7D3E0-0191-427B-90B5-D3A1C2FE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WHERE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F99CE-BA78-4498-8AEA-B7965D99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padel megrine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1B989-DAAA-41D8-AAB9-B7F0338E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WHEN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DE384-17AA-4DC1-8B63-939FEC4D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2026-10-22  •  14:00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1CB31-C699-46C2-BB9E-CF898629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A36F1-910E-479C-819D-65C6FB7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Intermediate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B4A12-DA9C-4B21-A501-6799A466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PLAYERS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E82DF-784E-4D16-88B3-B7D4370F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 / 4 after join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D46B9-FD2B-477F-B133-DF0955E3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3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SQLite stores this once on the server.</a:t>
            </a:r>
          </a:p>
        </p:txBody>
      </p:sp>
    </p:spTree>
    <p:extLst>
      <p:ext uri="{BB962C8B-B14F-4D97-AF65-F5344CB8AC3E}">
        <p14:creationId xmlns:p14="http://schemas.microsoft.com/office/powerpoint/2010/main" val="529114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6BA9E-60B7-4E39-BE4B-EC4FB595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  /  CREATE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DB7EB-9E6F-4447-80F7-131ABBAC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1 creates the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4D579-5AC6-4CA6-91BB-212F188E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B4BE4-0F77-4270-A913-8DF9F628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225D-A2EE-4133-8E12-8DCD441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50398-FF2D-478B-A076-4C70C832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D051-043B-48A8-9B04-7A07A5E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5B186-4F30-40D1-854A-8255ACF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ED289-CF20-4EE4-B1F2-752BE027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B3FC4-747C-42B5-A4B0-3BE4DB12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192.168.54.66:61170 → 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Content-Length: 128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FB1A8-11D5-4181-AF56-CF6CB1C1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{"title":"game",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"location":"padel megrine",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"date":"2026-10-22", "time":"14:00",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"required_level":"Intermediate", "max_players":"4"}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C4D05-0A68-44E3-88E8-22EBF40C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BC224-CACB-4148-8AC6-77E6B38D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9189E-75D7-4950-8ECC-DF178D90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1EC88-B4BC-4E00-AA11-085BBADE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HTTP/1.1 201 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9008D-39A7-440A-A71C-A2A1BD54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006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358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5DABD-914D-4097-821D-42550260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48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"Game created. You are the first participant."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id=5 • title="game"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location="padel megrine" • date=2026-10-22 • time=14:00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required_level=Intermediate • max_players=4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participant_count=1 • available_places=3 • status=available</a:t>
            </a:r>
          </a:p>
        </p:txBody>
      </p:sp>
    </p:spTree>
    <p:extLst>
      <p:ext uri="{BB962C8B-B14F-4D97-AF65-F5344CB8AC3E}">
        <p14:creationId xmlns:p14="http://schemas.microsoft.com/office/powerpoint/2010/main" val="751900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F7980-3174-4ABD-9A78-4D13A16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  /  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3C77E-BEAD-4B8A-80FE-1735A482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joins the same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6CD16-F403-47E6-992C-43359956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75B54-6999-4C78-AA6D-6301E942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21B56-1081-4157-A4C4-184643E8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FEAA7-DC02-4338-83B1-D17049A2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83FD1-7FF4-4853-9CB1-E6255424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13999-6536-4DB8-9539-9A26E37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1E047-80B9-4DDC-A247-CCC7796E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085E2-9402-411F-A0F1-7FD9CD1F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192.168.53.7:50155 → 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Content-Length: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4CE89-DDA6-4608-8C98-5F1EDCD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Origin: http://192.168.54.6:8000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Referer: /games/5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X-CSRF-Token: [redacted]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{}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242DD-D383-420B-A82D-52ABC2A5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449A9-C42D-4E2D-B5B0-2A7776DF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5FDA3-A798-4093-A778-A1E3F77D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16A71-5A1C-453F-B299-0A0DF884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BC71A-C5E8-492A-9037-59DE5564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006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334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12BB8-B1E4-465B-B5AA-C92E88AA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48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"You joined the game."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id=5 • title="game"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location="padel megrine" • date=2026-10-22 • time=14:00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required_level=Intermediate • max_players=4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participant_count=2 • available_places=2 • status=available</a:t>
            </a:r>
          </a:p>
        </p:txBody>
      </p:sp>
    </p:spTree>
    <p:extLst>
      <p:ext uri="{BB962C8B-B14F-4D97-AF65-F5344CB8AC3E}">
        <p14:creationId xmlns:p14="http://schemas.microsoft.com/office/powerpoint/2010/main" val="456675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9101A-5C0D-411B-84D4-3DE7B2D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  / 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0054C-BEAE-4AB4-83BF-427AE1E7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The HTTP types used by the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05AC5-D66A-4D8B-8908-8930969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Only implemented methods and observed response codes are shown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AB332-3850-4BD8-81C8-FF28AF32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BCC68-1422-493B-924A-5B3F9EB2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21847-6952-491C-840C-4D76B1FD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EC93A-AD07-4F6F-AA02-BC081E52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06124-C119-4602-BBF0-5BD3414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724C2-8054-42C2-89DF-5858074A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Read pages, players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and game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153FF-7195-45D2-BCEB-4C03FA42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0DD96-1D5E-43DD-BC74-DB9F106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5F28B-CD55-49CB-95D2-F5BEAC1E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Register, login,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create, join,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DA394-462F-4944-864A-5679F332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D486F-C466-4A1C-AAE6-FB36626A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BCFC2-B355-4484-A0B3-419E0D23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Update the logged-in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player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66F06-6154-4095-B7A9-01E050AE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00375"/>
            <a:ext cx="704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08435-3D64-41C2-9A76-15B4BF72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OBSERVED RESPONSES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F9B2C-0A5D-47B3-8E7B-FA8F5E4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857625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200 OK   •   201 Created   •   400 Bad Request</a:t>
            </a:r>
          </a:p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401 Unauthorized   •   404 Not Found   •   409 Conflict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4860A-3FAF-4E47-85A1-0A0229F3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6478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3F149-31D3-44D2-BF7B-5F3FF27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57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GET /games/5  →  Flask view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BBD92-E0CD-4F2D-96C3-A8A9B27B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0"/>
            <a:ext cx="819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@bp.get("/games/&lt;int:game_id&gt;")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def game_detail(game_id: int):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database = get_db()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row = fetch_game(game_id)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if row is None: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    abort(404)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participants = database.execute(...)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8A452-F560-451F-8327-CE123402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browser GET enters this real view, reads SQLite,</a:t>
            </a:r>
          </a:p>
          <a:p xmlns:a="http://schemas.openxmlformats.org/drawingml/2006/main">
            <a: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loads participants, and returns the page—or a real 404.</a:t>
            </a:r>
          </a:p>
        </p:txBody>
      </p:sp>
    </p:spTree>
    <p:extLst>
      <p:ext uri="{BB962C8B-B14F-4D97-AF65-F5344CB8AC3E}">
        <p14:creationId xmlns:p14="http://schemas.microsoft.com/office/powerpoint/2010/main" val="2071919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55411-B747-4D9C-983C-DD0FE302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  /  TWO CLIENTS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87A94-B809-4B44-A6DE-EF1C0B14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One shared game, shown twice.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DDFCC-F397-4CC0-A6C3-3C5F3C50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Click a green play label during the presentation to open the trimmed recording.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C9621-5BCE-4CF8-9D06-3FED08C2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0BBDE-4B93-4351-B1D5-0D8E8AC4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4080F-90FE-4532-A3F4-BAAFE822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68A74-8C36-42A9-BFB4-5AD0E1E5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9C22C-544B-48F4-B1CD-E1D4AF09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8F581-96D9-4718-B0DE-B2E6F4CC9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6aec3b7824ff0"/>
          <a:stretch xmlns:a="http://schemas.openxmlformats.org/drawingml/2006/main"/>
        </p:blipFill>
        <p:spPr>
          <a:xfrm xmlns:a="http://schemas.openxmlformats.org/drawingml/2006/main">
            <a:off x="1000125" y="3542660"/>
            <a:ext cx="7572375" cy="358268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063AA-3787-40A7-B35A-D7F179454A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527cfd2264b6d"/>
          <a:stretch xmlns:a="http://schemas.openxmlformats.org/drawingml/2006/main"/>
        </p:blipFill>
        <p:spPr>
          <a:xfrm xmlns:a="http://schemas.openxmlformats.org/drawingml/2006/main">
            <a:off x="9715500" y="3455104"/>
            <a:ext cx="7572375" cy="375779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7C247-B9B0-49E8-B3A1-B1665A6A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  /  CREATED + REFRESHED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A2626-AE5C-4ACB-8E7D-C3A7F2E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 list: 2 of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528A8-8833-4DB3-BC44-E64C8777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  /  FOUND + JOINED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6B5F4-F2E4-4FD6-87A8-ED1D6452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096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Join confirmation is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5B29D-C430-4B87-95E3-06245C1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048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8b4eb54cf97247f1"/>
              </a:rPr>
              <a:t>▶  PLAY CLIENT 1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805F8-EBFC-43FD-9BA9-EA4D51B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048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c82dbeed79dc4e11"/>
              </a:rPr>
              <a:t>▶  PLAY CLIENT 2 CLIP</a:t>
            </a:r>
          </a:p>
        </p:txBody>
      </p:sp>
    </p:spTree>
    <p:extLst>
      <p:ext uri="{BB962C8B-B14F-4D97-AF65-F5344CB8AC3E}">
        <p14:creationId xmlns:p14="http://schemas.microsoft.com/office/powerpoint/2010/main" val="15494198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74733D-5E31-4C8F-89B3-3A735CE4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  /  WIRESHARK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D4C73-0220-496C-B532-720F37D5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Find one request. Read one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B18DC-9A23-4CFB-A3E0-499106B3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screenshot is the real join packet; the filter makes it easy to isolate.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7A7DA-BA7D-438D-90EC-A9735DE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AE76B-40A9-46C4-AE88-6E0B2BBC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D4AB7-9212-4827-AD71-3D94D5FA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B0296-0467-491A-A657-603C43C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334000" cy="5715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E0BD3-C6DA-4BCE-912B-AE9565B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423CE-81A8-4A95-B97F-902BFA3B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381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6EA4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FECFD-A8C4-4426-A3C4-2C968196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tcp.port == 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AB70D-52E1-45D9-BD4C-C3292306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B558A-C6A5-4D2B-BD68-7DA6D3A4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</a:t>
            </a:r>
          </a:p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→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9A382-C590-4CD1-B85E-59E1313B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91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FB663-8762-421C-946C-C183B68F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620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HTTP/1.1 200 OK</a:t>
            </a:r>
          </a:p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Content-Length: 334</a:t>
            </a:r>
          </a:p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frame 1187933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2D045-DF18-458E-88D5-EEA23273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0763250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559DB-8835-43E6-9928-27CDCF222A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314bddbac439b"/>
          <a:stretch xmlns:a="http://schemas.openxmlformats.org/drawingml/2006/main"/>
        </p:blipFill>
        <p:spPr>
          <a:xfrm xmlns:a="http://schemas.openxmlformats.org/drawingml/2006/main">
            <a:off x="6858000" y="3909125"/>
            <a:ext cx="10191750" cy="2278251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F73BF-2F64-460D-A44B-E0721305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REQUEST  frame 1187931  •  POST /api/games/5/join  •  body: {}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CB0A1-3C78-47E3-981F-D619ADD9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762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  frame 1187933  •  200 OK  •  participant_count: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5D710-6785-4232-8AB0-9C983645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Source: wiresharkpresentation.pcapng  •  session token redacted</a:t>
            </a:r>
          </a:p>
        </p:txBody>
      </p:sp>
    </p:spTree>
    <p:extLst>
      <p:ext uri="{BB962C8B-B14F-4D97-AF65-F5344CB8AC3E}">
        <p14:creationId xmlns:p14="http://schemas.microsoft.com/office/powerpoint/2010/main" val="17306271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2026-10-21T13:59:21.5960000Z</dcterms:created>
  <dcterms:modified xsi:type="dcterms:W3CDTF">2026-10-21T13:59:21.5960000Z</dcterms:modified>
</coreProperties>
</file>