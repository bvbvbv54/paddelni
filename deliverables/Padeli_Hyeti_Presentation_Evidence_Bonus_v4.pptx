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9744ef46514638" /><Relationship Type="http://schemas.openxmlformats.org/officeDocument/2006/relationships/extended-properties" Target="/docProps/app.xml" Id="Rc1fbb3afc6504e41" /><Relationship Type="http://schemas.openxmlformats.org/officeDocument/2006/relationships/officeDocument" Target="/ppt/presentation.xml" Id="Rd35b35518b0f441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5e0577d1a3c411c"/>
  </p:sldMasterIdLst>
  <p:notesMasterIdLst>
    <p:notesMasterId xmlns:r="http://schemas.openxmlformats.org/officeDocument/2006/relationships" r:id="Rf9da9c6d73914c6f"/>
  </p:notesMasterIdLst>
  <p:sldIdLst>
    <p:sldId xmlns:r="http://schemas.openxmlformats.org/officeDocument/2006/relationships" id="256" r:id="R5a006acc32a84af3"/>
    <p:sldId xmlns:r="http://schemas.openxmlformats.org/officeDocument/2006/relationships" id="257" r:id="R8b1aeb949fbd40cf"/>
    <p:sldId xmlns:r="http://schemas.openxmlformats.org/officeDocument/2006/relationships" id="258" r:id="Rae82020e0e01463e"/>
    <p:sldId xmlns:r="http://schemas.openxmlformats.org/officeDocument/2006/relationships" id="259" r:id="R4f6f76ee45ba48d2"/>
    <p:sldId xmlns:r="http://schemas.openxmlformats.org/officeDocument/2006/relationships" id="260" r:id="R0713bfff71ac43d9"/>
    <p:sldId xmlns:r="http://schemas.openxmlformats.org/officeDocument/2006/relationships" id="261" r:id="Rd709cbd39aa34e69"/>
    <p:sldId xmlns:r="http://schemas.openxmlformats.org/officeDocument/2006/relationships" id="262" r:id="Rac3ff232a3ad4711"/>
    <p:sldId xmlns:r="http://schemas.openxmlformats.org/officeDocument/2006/relationships" id="263" r:id="R50b71fa39ab44a32"/>
    <p:sldId xmlns:r="http://schemas.openxmlformats.org/officeDocument/2006/relationships" id="264" r:id="Rf79856befccc40d2"/>
    <p:sldId xmlns:r="http://schemas.openxmlformats.org/officeDocument/2006/relationships" id="265" r:id="Rc7bb069c71e54013"/>
    <p:sldId xmlns:r="http://schemas.openxmlformats.org/officeDocument/2006/relationships" id="266" r:id="R4436dca5cf4e4ec1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b15903ed3f8f44c2"/>
    </p:embeddedFont>
    <p:embeddedFont>
      <p:font typeface="Roboto"/>
      <p:regular xmlns:r="http://schemas.openxmlformats.org/officeDocument/2006/relationships" r:id="R4d6fa9e988b24828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85cc85e3149a7" /><Relationship Type="http://schemas.openxmlformats.org/officeDocument/2006/relationships/slideMaster" Target="/ppt/slideMasters/slideMaster1.xml" Id="R35e0577d1a3c411c" /><Relationship Type="http://schemas.openxmlformats.org/officeDocument/2006/relationships/notesMaster" Target="/ppt/notesMasters/notesMaster1.xml" Id="Rf9da9c6d73914c6f" /><Relationship Type="http://schemas.openxmlformats.org/officeDocument/2006/relationships/presProps" Target="/ppt/presProps.xml" Id="R62f0e7a667ed47fd" /><Relationship Type="http://schemas.openxmlformats.org/officeDocument/2006/relationships/viewProps" Target="/ppt/viewProps.xml" Id="Rcf487a636fab48c1" /><Relationship Type="http://schemas.openxmlformats.org/officeDocument/2006/relationships/tableStyles" Target="/ppt/tableStyles.xml" Id="Rd853a7898247490c" /><Relationship Type="http://schemas.openxmlformats.org/officeDocument/2006/relationships/font" Target="/ppt/fonts/font.dat" Id="Rb15903ed3f8f44c2" /><Relationship Type="http://schemas.openxmlformats.org/officeDocument/2006/relationships/font" Target="/ppt/fonts/font2.dat" Id="R4d6fa9e988b24828" /><Relationship Type="http://schemas.openxmlformats.org/officeDocument/2006/relationships/slide" Target="/ppt/slides/slide1.xml" Id="R5a006acc32a84af3" /><Relationship Type="http://schemas.openxmlformats.org/officeDocument/2006/relationships/slide" Target="/ppt/slides/slide2.xml" Id="R8b1aeb949fbd40cf" /><Relationship Type="http://schemas.openxmlformats.org/officeDocument/2006/relationships/slide" Target="/ppt/slides/slide3.xml" Id="Rae82020e0e01463e" /><Relationship Type="http://schemas.openxmlformats.org/officeDocument/2006/relationships/slide" Target="/ppt/slides/slide4.xml" Id="R4f6f76ee45ba48d2" /><Relationship Type="http://schemas.openxmlformats.org/officeDocument/2006/relationships/slide" Target="/ppt/slides/slide5.xml" Id="R0713bfff71ac43d9" /><Relationship Type="http://schemas.openxmlformats.org/officeDocument/2006/relationships/slide" Target="/ppt/slides/slide6.xml" Id="Rd709cbd39aa34e69" /><Relationship Type="http://schemas.openxmlformats.org/officeDocument/2006/relationships/slide" Target="/ppt/slides/slide7.xml" Id="Rac3ff232a3ad4711" /><Relationship Type="http://schemas.openxmlformats.org/officeDocument/2006/relationships/slide" Target="/ppt/slides/slide8.xml" Id="R50b71fa39ab44a32" /><Relationship Type="http://schemas.openxmlformats.org/officeDocument/2006/relationships/slide" Target="/ppt/slides/slide9.xml" Id="Rf79856befccc40d2" /><Relationship Type="http://schemas.openxmlformats.org/officeDocument/2006/relationships/slide" Target="/ppt/slides/slide10.xml" Id="Rc7bb069c71e54013" /><Relationship Type="http://schemas.openxmlformats.org/officeDocument/2006/relationships/slide" Target="/ppt/slides/slide11.xml" Id="R4436dca5cf4e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949d5e56247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eba1b747a84890" /><Relationship Type="http://schemas.openxmlformats.org/officeDocument/2006/relationships/notesMaster" Target="/ppt/notesMasters/notesMaster1.xml" Id="R707783831cb2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faddd47f943e1" /><Relationship Type="http://schemas.openxmlformats.org/officeDocument/2006/relationships/notesMaster" Target="/ppt/notesMasters/notesMaster1.xml" Id="Rdadf09020604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1a1af3a4642ee" /><Relationship Type="http://schemas.openxmlformats.org/officeDocument/2006/relationships/notesMaster" Target="/ppt/notesMasters/notesMaster1.xml" Id="R7cec5c77d51542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d66db7c8964898" /><Relationship Type="http://schemas.openxmlformats.org/officeDocument/2006/relationships/notesMaster" Target="/ppt/notesMasters/notesMaster1.xml" Id="Re4eb68e60e7e4f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c0b80ef3843bc" /><Relationship Type="http://schemas.openxmlformats.org/officeDocument/2006/relationships/notesMaster" Target="/ppt/notesMasters/notesMaster1.xml" Id="Rf637ea464b9748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184de759d4c17" /><Relationship Type="http://schemas.openxmlformats.org/officeDocument/2006/relationships/notesMaster" Target="/ppt/notesMasters/notesMaster1.xml" Id="R7cc8d43926b641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35c47e1b2b4562" /><Relationship Type="http://schemas.openxmlformats.org/officeDocument/2006/relationships/notesMaster" Target="/ppt/notesMasters/notesMaster1.xml" Id="R42632c3a623b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231f924c604d4a" /><Relationship Type="http://schemas.openxmlformats.org/officeDocument/2006/relationships/notesMaster" Target="/ppt/notesMasters/notesMaster1.xml" Id="Rdeaf18b2030d49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68c0180bfc4699" /><Relationship Type="http://schemas.openxmlformats.org/officeDocument/2006/relationships/notesMaster" Target="/ppt/notesMasters/notesMaster1.xml" Id="R004a987efda74d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14ecda918d41ae" /><Relationship Type="http://schemas.openxmlformats.org/officeDocument/2006/relationships/notesMaster" Target="/ppt/notesMasters/notesMaster1.xml" Id="Rae5c6f1087a346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218cb703c44b4d" /><Relationship Type="http://schemas.openxmlformats.org/officeDocument/2006/relationships/notesMaster" Target="/ppt/notesMasters/notesMaster1.xml" Id="R09b23441da55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4dc3354e047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1861fca6049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5487fb4394c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9b7f3118241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7bf3f645f4d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3412188b642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6fb46137c4b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fa3479e7645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57d6ab9ab49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43896840f42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1638d17b7401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9283F9-863A-4314-ACBA-CE02F145D4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B63F6E-D817-4304-BC50-8E94980572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FEBAF7-1BD0-4151-BF45-FF1059DCA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C48F87-DF49-4782-8E94-002C58F26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62DB82-BE03-4F58-9DD5-915F8F6CE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6F5BC-6865-484E-86FC-64C487E32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61F92C-6FB1-4CF7-9BD0-966EDBDB6D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AA106A-4E6C-44DE-A085-15A1CD36E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861527-2C42-4C25-BF07-B4AE64F90A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33E7A-4E56-4AA4-87C3-A83767138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4EB5DB-85D8-49D1-90FD-F2EE24163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DFFD5F-5159-4AF9-A464-1E809E39D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5EBC7B-0391-41B7-85F3-C6D2102AE3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5E88A0-1464-4477-9D3F-89B78E5655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43DCCC-8A5A-46DC-8104-F92547F2C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E4B798-F634-4031-B7A2-3274D64BE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E006DA-621C-4413-B9DF-D7CC5E6056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83226C-04B8-4157-8818-4CFAC3373C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6FF516-AC53-493C-A6DC-155EE4BE8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12BA826-48D0-482F-A1AB-2635E6CF2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1F7854-F8F8-4413-842B-51854C9FB1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CC78D-B306-4CF8-8238-29313420C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7631F4-DFFC-4CF5-8DDF-0AAA363DD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D1A004A-4D78-454C-BFC3-E4FE8FB4B82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513F962-7AE1-4380-8EEB-7869CA7954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DE45CC6-2A38-457B-9B98-C52F26F021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73443B8-BA40-4B2E-9068-3D15915EF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C98F852-E5B9-45F1-8661-9278F14C8F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C6BEFF6-A13C-40FF-9C03-0F7B81F725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20D3CA-AC5F-4FE3-912C-C28D32BD0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8AFA34B-BC16-4AE1-8642-B85781A1B8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4337145-5CF3-4D09-A60A-D491EA7A55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D617CA9-A3C1-4C65-A194-78684F9A9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89D8806-2244-4E3B-BAC9-F50D23AA9E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D50BB63-A425-4024-961C-A34183DE70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252FDDA-75D8-47AC-AE6E-392D1DA98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336134-94A1-4972-B6E9-BC0B860EF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A388D6-C33E-46E7-9AD6-4219C97239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B96013-F67A-4B85-AF00-A4B38D749A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A451561-DD9B-4126-BA92-A9368E0E4C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095B9E-B99C-4FC4-A757-35B5E609E6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9219A90-D302-4946-AD47-B340C733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AFDB87-6669-4950-9856-08CE8626C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7BD0458-DD47-46AF-BC2B-CD15D538B4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EC9495-46F4-4A2F-B423-F01A9EDE4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813E48-80F2-453B-BB9C-0971F0F7D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7E03A63-8F17-4B45-B153-0ACF460CFC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2186CA7-CFA3-48D4-B7CE-3809E34C8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81A698-FBBA-4057-8ECB-701571169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60E293-4E22-411E-9A1F-293C40411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2A5948-F1BD-4F66-8436-B4B95C61E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58FF0-BD64-42E2-A53B-23C4D2A1C2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0BFB21-2243-47E9-AA66-D60E032D7E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B20F5F-4A26-4D65-9F35-FF0F876C6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208D93-F776-4A77-B1ED-48C511011C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D9ACAC-789F-4F5E-A485-C318D4D61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52F9ED-1DBB-4F19-9E3C-A6ED2E67E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5E2858-7D63-4F7A-8513-3E9F674AE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e46a7d9ba4f58" /><Relationship Type="http://schemas.openxmlformats.org/officeDocument/2006/relationships/slideLayout" Target="/ppt/slideLayouts/slideLayout1.xml" Id="R2e67ae475d5c4ae0" /><Relationship Type="http://schemas.openxmlformats.org/officeDocument/2006/relationships/slideLayout" Target="/ppt/slideLayouts/slideLayout2.xml" Id="Rc147753343de4d3c" /><Relationship Type="http://schemas.openxmlformats.org/officeDocument/2006/relationships/slideLayout" Target="/ppt/slideLayouts/slideLayout3.xml" Id="Ra2e77d8ebbc84c44" /><Relationship Type="http://schemas.openxmlformats.org/officeDocument/2006/relationships/slideLayout" Target="/ppt/slideLayouts/slideLayout4.xml" Id="Rea64810bf12344ed" /><Relationship Type="http://schemas.openxmlformats.org/officeDocument/2006/relationships/slideLayout" Target="/ppt/slideLayouts/slideLayout5.xml" Id="R4a50e77212124769" /><Relationship Type="http://schemas.openxmlformats.org/officeDocument/2006/relationships/slideLayout" Target="/ppt/slideLayouts/slideLayout6.xml" Id="R160a8da7d80f4079" /><Relationship Type="http://schemas.openxmlformats.org/officeDocument/2006/relationships/slideLayout" Target="/ppt/slideLayouts/slideLayout7.xml" Id="Rcb5f83cea1264fc9" /><Relationship Type="http://schemas.openxmlformats.org/officeDocument/2006/relationships/slideLayout" Target="/ppt/slideLayouts/slideLayout8.xml" Id="R028aeb578eb24a04" /><Relationship Type="http://schemas.openxmlformats.org/officeDocument/2006/relationships/slideLayout" Target="/ppt/slideLayouts/slideLayout9.xml" Id="R9970fe22de7f44af" /><Relationship Type="http://schemas.openxmlformats.org/officeDocument/2006/relationships/slideLayout" Target="/ppt/slideLayouts/slideLayout10.xml" Id="R708ecfd34b104a2c" /><Relationship Type="http://schemas.openxmlformats.org/officeDocument/2006/relationships/slideLayout" Target="/ppt/slideLayouts/slideLayout11.xml" Id="Rc2c85e5b2f694c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45CA55-8778-497D-88CC-20A837DA2B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DAFFD8-1120-48DD-92F2-2008C2D13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D1ED68-B5A1-40AC-B149-9F3834827E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38E856-04ED-4262-9C95-DDFF336364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8E7766-B056-4DEC-8176-7C335FB835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67ae475d5c4ae0"/>
    <p:sldLayoutId xmlns:r="http://schemas.openxmlformats.org/officeDocument/2006/relationships" id="2147483650" r:id="Rc147753343de4d3c"/>
    <p:sldLayoutId xmlns:r="http://schemas.openxmlformats.org/officeDocument/2006/relationships" id="2147483651" r:id="Ra2e77d8ebbc84c44"/>
    <p:sldLayoutId xmlns:r="http://schemas.openxmlformats.org/officeDocument/2006/relationships" id="2147483652" r:id="Rea64810bf12344ed"/>
    <p:sldLayoutId xmlns:r="http://schemas.openxmlformats.org/officeDocument/2006/relationships" id="2147483653" r:id="R4a50e77212124769"/>
    <p:sldLayoutId xmlns:r="http://schemas.openxmlformats.org/officeDocument/2006/relationships" id="2147483654" r:id="R160a8da7d80f4079"/>
    <p:sldLayoutId xmlns:r="http://schemas.openxmlformats.org/officeDocument/2006/relationships" id="2147483655" r:id="Rcb5f83cea1264fc9"/>
    <p:sldLayoutId xmlns:r="http://schemas.openxmlformats.org/officeDocument/2006/relationships" id="2147483656" r:id="R028aeb578eb24a04"/>
    <p:sldLayoutId xmlns:r="http://schemas.openxmlformats.org/officeDocument/2006/relationships" id="2147483657" r:id="R9970fe22de7f44af"/>
    <p:sldLayoutId xmlns:r="http://schemas.openxmlformats.org/officeDocument/2006/relationships" id="2147483658" r:id="R708ecfd34b104a2c"/>
    <p:sldLayoutId xmlns:r="http://schemas.openxmlformats.org/officeDocument/2006/relationships" id="2147483659" r:id="Rc2c85e5b2f694ce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e7bbf26d784d2d" /><Relationship Type="http://schemas.openxmlformats.org/officeDocument/2006/relationships/image" Target="/ppt/media/image.png" Id="R2661592aa520477b" /><Relationship Type="http://schemas.openxmlformats.org/officeDocument/2006/relationships/image" Target="/ppt/media/image2.png" Id="R510d6182729240b2" /><Relationship Type="http://schemas.openxmlformats.org/officeDocument/2006/relationships/image" Target="/ppt/media/image3.png" Id="R1c5a29fea5414039" /><Relationship Type="http://schemas.openxmlformats.org/officeDocument/2006/relationships/image" Target="/ppt/media/image4.png" Id="Rdfc7163748964c74" /><Relationship Type="http://schemas.openxmlformats.org/officeDocument/2006/relationships/image" Target="/ppt/media/image5.png" Id="Re8888d8f019b4eb5" /><Relationship Type="http://schemas.openxmlformats.org/officeDocument/2006/relationships/image" Target="/ppt/media/image6.png" Id="Rcd0818a027e64576" /><Relationship Type="http://schemas.openxmlformats.org/officeDocument/2006/relationships/image" Target="/ppt/media/image7.png" Id="Rf43d108e033346dd" /><Relationship Type="http://schemas.openxmlformats.org/officeDocument/2006/relationships/image" Target="/ppt/media/image8.png" Id="Rf7a203a88a554475" /><Relationship Type="http://schemas.openxmlformats.org/officeDocument/2006/relationships/image" Target="/ppt/media/image9.png" Id="R61bc5e907f554ba3" /><Relationship Type="http://schemas.openxmlformats.org/officeDocument/2006/relationships/image" Target="/ppt/media/image10.png" Id="Ra6965953dd55421d" /><Relationship Type="http://schemas.openxmlformats.org/officeDocument/2006/relationships/image" Target="/ppt/media/image11.png" Id="R0bc367067b7a4527" /><Relationship Type="http://schemas.openxmlformats.org/officeDocument/2006/relationships/notesSlide" Target="/ppt/notesSlides/notesSlide1.xml" Id="Ra861aea8d3ea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a18accd3c4420b" /><Relationship Type="http://schemas.openxmlformats.org/officeDocument/2006/relationships/image" Target="/ppt/media/image12.png" Id="R6780cb3bf7614b29" /><Relationship Type="http://schemas.openxmlformats.org/officeDocument/2006/relationships/image" Target="/ppt/media/image13.png" Id="R929add4cc03042d4" /><Relationship Type="http://schemas.openxmlformats.org/officeDocument/2006/relationships/image" Target="/ppt/media/image14.png" Id="Rf98a253088bc497a" /><Relationship Type="http://schemas.openxmlformats.org/officeDocument/2006/relationships/image" Target="/ppt/media/image15.png" Id="Rd99617a7f8104a4b" /><Relationship Type="http://schemas.openxmlformats.org/officeDocument/2006/relationships/image" Target="/ppt/media/image16.png" Id="R1f3b8729caf6440e" /><Relationship Type="http://schemas.openxmlformats.org/officeDocument/2006/relationships/image" Target="/ppt/media/image17.png" Id="Racf6af90d4224921" /><Relationship Type="http://schemas.openxmlformats.org/officeDocument/2006/relationships/image" Target="/ppt/media/image18.png" Id="R749487e46a0f4cfa" /><Relationship Type="http://schemas.openxmlformats.org/officeDocument/2006/relationships/image" Target="/ppt/media/image19.png" Id="R99665a24e6ca4186" /><Relationship Type="http://schemas.openxmlformats.org/officeDocument/2006/relationships/image" Target="/ppt/media/image20.png" Id="R1880dc36677a44e8" /><Relationship Type="http://schemas.openxmlformats.org/officeDocument/2006/relationships/image" Target="/ppt/media/image21.png" Id="R0a73bf0e8e8145d9" /><Relationship Type="http://schemas.openxmlformats.org/officeDocument/2006/relationships/image" Target="/ppt/media/image22.png" Id="Rc7a2fe4028f74ce7" /><Relationship Type="http://schemas.openxmlformats.org/officeDocument/2006/relationships/image" Target="/ppt/media/image23.png" Id="Reac641d8b4ca4d44" /><Relationship Type="http://schemas.openxmlformats.org/officeDocument/2006/relationships/image" Target="/ppt/media/image24.png" Id="R2b0758cea9df402b" /><Relationship Type="http://schemas.openxmlformats.org/officeDocument/2006/relationships/image" Target="/ppt/media/image25.png" Id="R10205902c1e94580" /><Relationship Type="http://schemas.openxmlformats.org/officeDocument/2006/relationships/image" Target="/ppt/media/image26.png" Id="R19dac874a4c5435d" /><Relationship Type="http://schemas.openxmlformats.org/officeDocument/2006/relationships/image" Target="/ppt/media/image27.png" Id="Rfe140f14a2134c93" /><Relationship Type="http://schemas.openxmlformats.org/officeDocument/2006/relationships/image" Target="/ppt/media/image28.png" Id="R2aafdb709bab498d" /><Relationship Type="http://schemas.openxmlformats.org/officeDocument/2006/relationships/image" Target="/ppt/media/image29.png" Id="R74b81cf77d714eb5" /><Relationship Type="http://schemas.openxmlformats.org/officeDocument/2006/relationships/image" Target="/ppt/media/image30.png" Id="R9e0200f84ed94972" /><Relationship Type="http://schemas.openxmlformats.org/officeDocument/2006/relationships/image" Target="/ppt/media/image31.png" Id="Rf1c6cc4c20574dfc" /><Relationship Type="http://schemas.openxmlformats.org/officeDocument/2006/relationships/notesSlide" Target="/ppt/notesSlides/notesSlide2.xml" Id="Rfaafc0d6ce874c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c0554c63dc43f7" /><Relationship Type="http://schemas.openxmlformats.org/officeDocument/2006/relationships/image" Target="/ppt/media/image32.png" Id="R64f5efbf6d01408e" /><Relationship Type="http://schemas.openxmlformats.org/officeDocument/2006/relationships/image" Target="/ppt/media/image33.png" Id="R0d565de9d2b74b63" /><Relationship Type="http://schemas.openxmlformats.org/officeDocument/2006/relationships/image" Target="/ppt/media/image34.png" Id="R77d8c98e1a0143e8" /><Relationship Type="http://schemas.openxmlformats.org/officeDocument/2006/relationships/image" Target="/ppt/media/image35.png" Id="R33ed2d0d214b468a" /><Relationship Type="http://schemas.openxmlformats.org/officeDocument/2006/relationships/image" Target="/ppt/media/image36.png" Id="R87b9690bb59747e0" /><Relationship Type="http://schemas.openxmlformats.org/officeDocument/2006/relationships/image" Target="/ppt/media/image37.png" Id="R2d10a76265f4499c" /><Relationship Type="http://schemas.openxmlformats.org/officeDocument/2006/relationships/image" Target="/ppt/media/image38.png" Id="R7263a3c07e444281" /><Relationship Type="http://schemas.openxmlformats.org/officeDocument/2006/relationships/image" Target="/ppt/media/image39.png" Id="R446b59bfa3da4c7e" /><Relationship Type="http://schemas.openxmlformats.org/officeDocument/2006/relationships/image" Target="/ppt/media/image40.png" Id="Rfadae152d0c94368" /><Relationship Type="http://schemas.openxmlformats.org/officeDocument/2006/relationships/image" Target="/ppt/media/image41.png" Id="R248c13df78d441a3" /><Relationship Type="http://schemas.openxmlformats.org/officeDocument/2006/relationships/image" Target="/ppt/media/image42.png" Id="Rdaa83e5ca19c4a83" /><Relationship Type="http://schemas.openxmlformats.org/officeDocument/2006/relationships/image" Target="/ppt/media/image43.png" Id="Rd6cde7e4632944b0" /><Relationship Type="http://schemas.openxmlformats.org/officeDocument/2006/relationships/image" Target="/ppt/media/image44.png" Id="Re7968c8f7b214396" /><Relationship Type="http://schemas.openxmlformats.org/officeDocument/2006/relationships/image" Target="/ppt/media/image45.png" Id="R64fb0f54eec0475e" /><Relationship Type="http://schemas.openxmlformats.org/officeDocument/2006/relationships/image" Target="/ppt/media/image46.png" Id="Rb6099ce1a2214fbb" /><Relationship Type="http://schemas.openxmlformats.org/officeDocument/2006/relationships/image" Target="/ppt/media/image47.png" Id="R39c8e45c2eeb4754" /><Relationship Type="http://schemas.openxmlformats.org/officeDocument/2006/relationships/image" Target="/ppt/media/image48.png" Id="R9e69403d04114441" /><Relationship Type="http://schemas.openxmlformats.org/officeDocument/2006/relationships/image" Target="/ppt/media/image49.png" Id="Ra4427e0fdc3a4a77" /><Relationship Type="http://schemas.openxmlformats.org/officeDocument/2006/relationships/image" Target="/ppt/media/image50.png" Id="Rb064a581052b4cc5" /><Relationship Type="http://schemas.openxmlformats.org/officeDocument/2006/relationships/image" Target="/ppt/media/image51.png" Id="Rc2a4287d8c4d4aae" /><Relationship Type="http://schemas.openxmlformats.org/officeDocument/2006/relationships/image" Target="/ppt/media/image52.png" Id="R2850c9530f6c4af1" /><Relationship Type="http://schemas.openxmlformats.org/officeDocument/2006/relationships/image" Target="/ppt/media/image53.png" Id="Rde4388916cf941b2" /><Relationship Type="http://schemas.openxmlformats.org/officeDocument/2006/relationships/image" Target="/ppt/media/image54.png" Id="Rbac5e9c7266e4a73" /><Relationship Type="http://schemas.openxmlformats.org/officeDocument/2006/relationships/image" Target="/ppt/media/image55.png" Id="Redb08fd5550e455d" /><Relationship Type="http://schemas.openxmlformats.org/officeDocument/2006/relationships/image" Target="/ppt/media/image56.png" Id="Ra53237eb6894409b" /><Relationship Type="http://schemas.openxmlformats.org/officeDocument/2006/relationships/image" Target="/ppt/media/image57.png" Id="Rac47237b62184eb3" /><Relationship Type="http://schemas.openxmlformats.org/officeDocument/2006/relationships/image" Target="/ppt/media/image58.png" Id="R99e06af8b39f40dd" /><Relationship Type="http://schemas.openxmlformats.org/officeDocument/2006/relationships/image" Target="/ppt/media/image59.png" Id="Rb1aa386d73194995" /><Relationship Type="http://schemas.openxmlformats.org/officeDocument/2006/relationships/image" Target="/ppt/media/image60.png" Id="R30e5b5dc73014247" /><Relationship Type="http://schemas.openxmlformats.org/officeDocument/2006/relationships/image" Target="/ppt/media/image61.png" Id="Ra45980c3b0f747a6" /><Relationship Type="http://schemas.openxmlformats.org/officeDocument/2006/relationships/image" Target="/ppt/media/image62.png" Id="R6f5117bc9fa24b36" /><Relationship Type="http://schemas.openxmlformats.org/officeDocument/2006/relationships/image" Target="/ppt/media/image63.png" Id="Radf8684187494631" /><Relationship Type="http://schemas.openxmlformats.org/officeDocument/2006/relationships/notesSlide" Target="/ppt/notesSlides/notesSlide3.xml" Id="Rd43329f1055c42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6149075db142e3" /><Relationship Type="http://schemas.openxmlformats.org/officeDocument/2006/relationships/notesSlide" Target="/ppt/notesSlides/notesSlide4.xml" Id="Rad467f2b6d3843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ff1b5742e74f03" /><Relationship Type="http://schemas.openxmlformats.org/officeDocument/2006/relationships/notesSlide" Target="/ppt/notesSlides/notesSlide5.xml" Id="R11326c799db7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15af31ac554fb3" /><Relationship Type="http://schemas.openxmlformats.org/officeDocument/2006/relationships/notesSlide" Target="/ppt/notesSlides/notesSlide6.xml" Id="Rda00b9bb4b964a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fa3fd770254392" /><Relationship Type="http://schemas.openxmlformats.org/officeDocument/2006/relationships/notesSlide" Target="/ppt/notesSlides/notesSlide7.xml" Id="R932923be169941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f39c2e4b714fa0" /><Relationship Type="http://schemas.openxmlformats.org/officeDocument/2006/relationships/image" Target="/ppt/media/image64.png" Id="R93ccf0af97f64649" /><Relationship Type="http://schemas.openxmlformats.org/officeDocument/2006/relationships/image" Target="/ppt/media/image65.png" Id="R776d548a18904a24" /><Relationship Type="http://schemas.openxmlformats.org/officeDocument/2006/relationships/hyperlink" Target="file:///C:/Users/KATEB/Documents/PaddelLab/deliverables/client1_organizer_proof.mp4" TargetMode="External" Id="Ra9cd37c8e4a14380" /><Relationship Type="http://schemas.openxmlformats.org/officeDocument/2006/relationships/hyperlink" Target="file:///C:/Users/KATEB/Documents/PaddelLab/deliverables/client2_join_proof.mp4" TargetMode="External" Id="Rcb9bb101eaf440c5" /><Relationship Type="http://schemas.openxmlformats.org/officeDocument/2006/relationships/notesSlide" Target="/ppt/notesSlides/notesSlide8.xml" Id="R935f30b5249440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c3f21ec0ca4215" /><Relationship Type="http://schemas.openxmlformats.org/officeDocument/2006/relationships/image" Target="/ppt/media/image66.png" Id="R10715cede7d14737" /><Relationship Type="http://schemas.openxmlformats.org/officeDocument/2006/relationships/notesSlide" Target="/ppt/notesSlides/notesSlide9.xml" Id="R93395a0f846b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049e5b86d44dc6" /><Relationship Type="http://schemas.openxmlformats.org/officeDocument/2006/relationships/notesSlide" Target="/ppt/notesSlides/notesSlide10.xml" Id="Rc2d560434d6943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2b97bdcd4d4d33" /><Relationship Type="http://schemas.openxmlformats.org/officeDocument/2006/relationships/notesSlide" Target="/ppt/notesSlides/notesSlide11.xml" Id="Ra662570499f14c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123EC06-E8CD-4AEA-9834-271F3E4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61592aa520477b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7324332-4596-4A5C-A2BC-D95B1A2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1924030"/>
            <a:ext cx="5009512" cy="6220301"/>
          </a:xfrm>
          <a:custGeom xmlns:a="http://schemas.openxmlformats.org/drawingml/2006/main">
            <a:rect l="l" t="t" r="r" b="b"/>
            <a:pathLst>
              <a:path w="5009512" h="6220301">
                <a:moveTo>
                  <a:pt x="0" y="0"/>
                </a:moveTo>
                <a:lnTo>
                  <a:pt x="5009512" y="0"/>
                </a:lnTo>
                <a:lnTo>
                  <a:pt x="500951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0d6182729240b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CB5712C-D15E-4B9A-AF01-0DD130A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5138034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5a29fea5414039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5C279CA-1650-481F-8593-1CD439E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88" y="752853"/>
            <a:ext cx="7147154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F8F8F8"/>
                </a:solidFill>
                <a:latin typeface="Roboto Bold"/>
                <a:ea typeface="Roboto Bold"/>
                <a:cs typeface="Roboto Bold"/>
              </a:rPr>
              <a:t>Padeli Hyeti –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92AE645-1B7D-4201-A03C-5BDFC1D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0" y="2063146"/>
            <a:ext cx="10293936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Padel Player Finder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92CE6B1-7E82-4313-8128-FCC2981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53" y="3474894"/>
            <a:ext cx="6938491" cy="89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5"/>
              </a:lnSpc>
              <a:buNone/>
            </a:pPr>
            <a:r>
              <a:rPr sz="2575" spc="-103">
                <a:solidFill>
                  <a:srgbClr val="B7D34B"/>
                </a:solidFill>
                <a:latin typeface="Roboto"/>
                <a:ea typeface="Roboto"/>
                <a:cs typeface="Roboto"/>
              </a:rPr>
              <a:t>A real HTTP client-server application for finding players and organizing Padel games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1FDCFDB-C41F-4A8C-8DEE-6F0FCC3A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31" y="5341897"/>
            <a:ext cx="3070683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 players need a simple way to find suitable players and join available games.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51180DA-D938-49A7-948D-4FC2B43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061" y="4945559"/>
            <a:ext cx="1712656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OUR SOLUTION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8E380C-CA1D-4F6A-B760-7F59B57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96" y="5341896"/>
            <a:ext cx="3849157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Padeli Hyeti connects browser clients to a centralized Flask server and persistent SQLite database.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0CE47A2-C6A7-4F8B-806F-02F21A8D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6854356"/>
            <a:ext cx="4364182" cy="1727254"/>
          </a:xfrm>
          <a:custGeom xmlns:a="http://schemas.openxmlformats.org/drawingml/2006/main"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c7163748964c74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FAE2768-9CC7-410E-B13A-870ACEB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888d8f019b4eb5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65EDBD-056F-4459-8738-8448971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768" y="7174563"/>
            <a:ext cx="185677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TEAM MEMBERS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AF89EA-F29B-4213-9D1C-21322F6B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914" y="7581206"/>
            <a:ext cx="1942174" cy="1064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3-member university project team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0A3FB49-8F30-4D74-A5CB-E751E71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6854356"/>
            <a:ext cx="5457962" cy="1727254"/>
          </a:xfrm>
          <a:custGeom xmlns:a="http://schemas.openxmlformats.org/drawingml/2006/main">
            <a:rect l="l" t="t" r="r" b="b"/>
            <a:pathLst>
              <a:path w="5457962" h="1727254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d0818a027e64576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180D961-5B0E-46C9-90BC-E01D55D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3d108e033346dd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D730601-E3D8-4304-A7B9-EA03E1C8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911" y="7581206"/>
            <a:ext cx="2983116" cy="7096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github.com/bvbvbv54/Paddelni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4C3D1AA-7E33-4CA3-83E7-FC039C2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854356"/>
            <a:ext cx="5239206" cy="1727254"/>
          </a:xfrm>
          <a:custGeom xmlns:a="http://schemas.openxmlformats.org/drawingml/2006/main">
            <a:rect l="l" t="t" r="r" b="b"/>
            <a:pathLst>
              <a:path w="5239206" h="1727254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a203a88a554475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341610D-7594-4B93-87F9-9B3EC337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5598" y="7062064"/>
            <a:ext cx="1093780" cy="1300906"/>
          </a:xfrm>
          <a:custGeom xmlns:a="http://schemas.openxmlformats.org/drawingml/2006/main"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bc5e907f554ba3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DF2A23D-EFF8-4124-BA94-3BC36372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169" y="7174563"/>
            <a:ext cx="2601897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APPLICATION PREVIEW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2AD4CD-7F1C-4C29-9899-BCD0B83D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6887" y="7581206"/>
            <a:ext cx="3030093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Two-browser client demo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21EFD7B-0AE8-44E8-9433-BDA6B87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570678"/>
            <a:ext cx="15039474" cy="1508614"/>
          </a:xfrm>
          <a:custGeom xmlns:a="http://schemas.openxmlformats.org/drawingml/2006/main">
            <a:rect l="l" t="t" r="r" b="b"/>
            <a:pathLst>
              <a:path w="15039474" h="1508614">
                <a:moveTo>
                  <a:pt x="0" y="0"/>
                </a:moveTo>
                <a:lnTo>
                  <a:pt x="15039474" y="0"/>
                </a:lnTo>
                <a:lnTo>
                  <a:pt x="15039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965953dd55421d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DB9CE0C-ECBC-45EB-B0A0-1294DD7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778386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367067b7a4527"/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90AEB2A-1AA4-4E8A-B50C-3F653EC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46" y="8891499"/>
            <a:ext cx="1845858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PROJECT IMAGE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56F661C-DE53-4390-939D-9CBF9EB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14" y="9268020"/>
            <a:ext cx="5349089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Real HTTP + Wireshark evidence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CB0B4C6-0A75-4D8F-B336-465157B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27" y="4945559"/>
            <a:ext cx="1601041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THE PROBLEM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8C4A9DA-6BC1-4F7B-87AF-B7943EB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290" y="7174563"/>
            <a:ext cx="144518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241128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7804DDB-9516-4BA8-8A74-98D7E9F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80cb3bf7614b29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8193D84-57A0-47FF-BA5D-E3820267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80" y="448943"/>
            <a:ext cx="12419010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274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System and Network Architecture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DC01A74-3B33-4B76-B9B5-58F11CCB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66" y="1414462"/>
            <a:ext cx="9969328" cy="429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759" b="1" spc="-82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Three physical computers communicating over a private network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CC91F75-B075-49ED-A5CB-9EA5017F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1071335"/>
            <a:ext cx="3718852" cy="5575313"/>
          </a:xfrm>
          <a:custGeom xmlns:a="http://schemas.openxmlformats.org/drawingml/2006/main">
            <a:rect l="l" t="t" r="r" b="b"/>
            <a:pathLst>
              <a:path w="3718852" h="5575313">
                <a:moveTo>
                  <a:pt x="0" y="0"/>
                </a:moveTo>
                <a:lnTo>
                  <a:pt x="3718852" y="0"/>
                </a:lnTo>
                <a:lnTo>
                  <a:pt x="371885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9add4cc03042d4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20BE0F1-F331-4227-AD69-21390E5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194" y="1529413"/>
            <a:ext cx="2811055" cy="295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9"/>
              </a:lnSpc>
              <a:buNone/>
            </a:pPr>
            <a:r>
              <a:rPr sz="1916" b="1" spc="-57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5F7C63C-3CEF-49A5-B1AA-DF72583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933" y="2227748"/>
            <a:ext cx="1737169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address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B822F68-E1A1-4CDC-ADD9-B73F501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5905" y="2610013"/>
            <a:ext cx="3018894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192.168.54.6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0E99B7-4F26-4BD0-9770-E152F6BE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512" y="3266946"/>
            <a:ext cx="1279265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port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BF8EDF-A5F3-4341-9ABC-3B1407C5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492" y="4200718"/>
            <a:ext cx="981292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Protocol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6C4B8B-5CD1-4199-A7CE-FF6DB31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538" y="5164611"/>
            <a:ext cx="976627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B3D814-9ADD-4AD9-99D3-43D70405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647" y="5561938"/>
            <a:ext cx="2744719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Wi-Fi LAN / private network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15595E4-301E-4402-8EDD-5E7B3DC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142670"/>
            <a:ext cx="5895474" cy="4296271"/>
          </a:xfrm>
          <a:custGeom xmlns:a="http://schemas.openxmlformats.org/drawingml/2006/main">
            <a:rect l="l" t="t" r="r" b="b"/>
            <a:pathLst>
              <a:path w="5895474" h="4296271">
                <a:moveTo>
                  <a:pt x="0" y="0"/>
                </a:moveTo>
                <a:lnTo>
                  <a:pt x="5895474" y="0"/>
                </a:lnTo>
                <a:lnTo>
                  <a:pt x="5895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8a253088bc497a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2AFDF8-3B56-4A46-A695-C9895DAF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2483295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PHYSICAL SERVER COMPUTER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606D26E-9804-4C8D-B836-B743077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995365"/>
            <a:ext cx="885962" cy="1508614"/>
          </a:xfrm>
          <a:custGeom xmlns:a="http://schemas.openxmlformats.org/drawingml/2006/main"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9617a7f8104a4b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8C0D4E5-F07E-475A-942F-EC1DE3BC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839" y="3171045"/>
            <a:ext cx="2641842" cy="3843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90"/>
              </a:lnSpc>
              <a:buNone/>
            </a:pPr>
            <a:r>
              <a:rPr sz="2575" b="1" spc="-76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Flask HTTP Server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495113-8736-4E92-ADFD-07818E6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787" y="3668053"/>
            <a:ext cx="164705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Port: 8000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Protocol: HTTP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5B23746-83C2-468D-85DE-37278686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5020450" cy="229572"/>
          </a:xfrm>
          <a:custGeom xmlns:a="http://schemas.openxmlformats.org/drawingml/2006/main"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3b8729caf6440e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436AA51-C15E-4476-AEFE-69A3BE0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4711687"/>
            <a:ext cx="885962" cy="1289974"/>
          </a:xfrm>
          <a:custGeom xmlns:a="http://schemas.openxmlformats.org/drawingml/2006/main"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f6af90d4224921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01F2967-F875-424A-BF35-CF1BC053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4986" y="4903042"/>
            <a:ext cx="2127161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SQLite Database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6666CFB-C538-4523-BACC-AED3C30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012" y="5324746"/>
            <a:ext cx="2124577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Centralized storage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Shared by all clients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B587CFB-FB3F-4C60-8826-B6370DF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64" y="620936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9487e46a0f4cfa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840EAB2-2D9E-41A0-BED2-C7C9AEE4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665a24e6ca4186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9009067-23C2-4356-B8E7-F7EF088C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7280704"/>
            <a:ext cx="3926670" cy="863627"/>
          </a:xfrm>
          <a:custGeom xmlns:a="http://schemas.openxmlformats.org/drawingml/2006/main"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80dc36677a44e8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A4BF7D1-6B4E-4983-8ABB-6E216B25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7603981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PRIVATE LAN NETWORK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764AF46-C67C-4563-988C-E432826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a73bf0e8e8145d9"/>
            <a:stretch>
              <a:fillRect l="0" t="0" r="0" b="0"/>
            </a:stretch>
          </a:blip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075DD54-8D5A-4FFD-A668-EC3C433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6635716"/>
            <a:ext cx="3718852" cy="2153601"/>
          </a:xfrm>
          <a:custGeom xmlns:a="http://schemas.openxmlformats.org/drawingml/2006/main"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a2fe4028f74ce7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2ACA77C-462F-4614-ADD1-B45A8369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039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D22C815-0271-4E18-82BB-3FDE374E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7499343"/>
            <a:ext cx="1531292" cy="1082267"/>
          </a:xfrm>
          <a:custGeom xmlns:a="http://schemas.openxmlformats.org/drawingml/2006/main"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641d8b4ca4d44"/>
            <a:stretch>
              <a:fillRect l="0" t="0" r="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67259AB-FBCC-4CB7-9C8B-941A12D6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815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86086FA-0761-4EC5-85E5-79604AA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938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1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595FDC4-E4DE-4869-873F-CC290F8A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0758cea9df402b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ACBCACF-D782-4C4B-8E0E-0387190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167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E4141E4-068C-4C66-A794-7B0D8C6F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205902c1e94580"/>
            <a:stretch>
              <a:fillRect l="0" t="0" r="0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19AD4E77-6257-4A9B-AA8B-2A94364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387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D3CD8E5-04DC-4163-836A-1A14938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6635716"/>
            <a:ext cx="3937608" cy="2153601"/>
          </a:xfrm>
          <a:custGeom xmlns:a="http://schemas.openxmlformats.org/drawingml/2006/main">
            <a:rect l="l" t="t" r="r" b="b"/>
            <a:pathLst>
              <a:path w="3937608" h="2153601">
                <a:moveTo>
                  <a:pt x="0" y="0"/>
                </a:moveTo>
                <a:lnTo>
                  <a:pt x="3937608" y="0"/>
                </a:lnTo>
                <a:lnTo>
                  <a:pt x="393760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dac874a4c5435d"/>
            <a:stretch>
              <a:fillRect l="0" t="0" r="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3C41CB-8656-4C82-9328-0DAF3996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3977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36B2F15E-C234-4B4F-9B7D-A59E5205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7499343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140f14a2134c93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951406C-06E0-4E12-870E-B09FE679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8542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72D05358-31BD-4D3D-B4C5-D8F1368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afdb709bab498d"/>
            <a:stretch>
              <a:fillRect l="0" t="0" r="0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73381897-D5E5-48BB-AB19-FF905183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3073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AFFFA05-349D-423A-8A87-480C1EB4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b81cf77d714eb5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DC2188E-A0DB-4117-A592-64E94A5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0543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D4D3090-2E4A-4B1E-ACF2-44ADEF78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778386"/>
            <a:ext cx="11550316" cy="1508614"/>
          </a:xfrm>
          <a:custGeom xmlns:a="http://schemas.openxmlformats.org/drawingml/2006/main">
            <a:rect l="l" t="t" r="r" b="b"/>
            <a:pathLst>
              <a:path w="11550316" h="1508614">
                <a:moveTo>
                  <a:pt x="0" y="0"/>
                </a:moveTo>
                <a:lnTo>
                  <a:pt x="11550316" y="0"/>
                </a:lnTo>
                <a:lnTo>
                  <a:pt x="11550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0200f84ed94972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E30265C-35CC-4C26-AE6F-4BC5DCB2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997026"/>
            <a:ext cx="885962" cy="1082267"/>
          </a:xfrm>
          <a:custGeom xmlns:a="http://schemas.openxmlformats.org/drawingml/2006/main"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c6cc4c20574dfc"/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A312111-9046-45DA-9220-4570D14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5" y="9150199"/>
            <a:ext cx="8498107" cy="687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Both clients communicate with the same backend,</a:t>
            </a:r>
          </a:p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so data created by one player can be discovered by another player.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92FAA02-3953-44F1-9A34-BF40E44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9664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2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C13D5C2-D759-416A-8160-577DFE8E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908" y="4567922"/>
            <a:ext cx="539623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79F766D-8CD4-4DE6-9C3B-92F590D3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551" y="3619089"/>
            <a:ext cx="475395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1747171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049D8A1-4CE9-4ECA-B43F-B3890F6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f5efbf6d01408e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66665B9-4D4F-4666-BBB5-74DB4355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9" y="524247"/>
            <a:ext cx="10731948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340">
                <a:solidFill>
                  <a:srgbClr val="F1EEEA"/>
                </a:solidFill>
                <a:latin typeface="Roboto Bold"/>
                <a:ea typeface="Roboto Bold"/>
                <a:cs typeface="Roboto Bold"/>
              </a:rPr>
              <a:t>Application Implementation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29AB3B0-2985-4BE0-8039-3AEF7234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41" y="1577708"/>
            <a:ext cx="6950746" cy="371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59"/>
              </a:lnSpc>
              <a:buNone/>
            </a:pPr>
            <a:r>
              <a:rPr sz="2759" b="1" spc="-137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Core components of the Padeli Hyeti system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4722B77-F52A-4CAC-909C-0C2E1B86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142670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565de9d2b74b63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E27FE2E-F1A4-412B-A04D-A66F929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2776725"/>
            <a:ext cx="1323474" cy="1300906"/>
          </a:xfrm>
          <a:custGeom xmlns:a="http://schemas.openxmlformats.org/drawingml/2006/main"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d8c98e1a0143e8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2031F4C-D2AD-431A-9645-D2253B5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045" y="2842763"/>
            <a:ext cx="1360385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Frontend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CFF218A-2162-4894-A156-26CADC2F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179" y="3454536"/>
            <a:ext cx="3146895" cy="100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HTML5, CSS3, </a:t>
            </a: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Jinja templates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Minimal JavaScript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Browser-based interaction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384AEF2-A484-4C06-A0D2-9A75325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5356674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ed2d0d214b468a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9D841B6-5B02-46F0-969A-A53BF76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5783021"/>
            <a:ext cx="1323474" cy="1289974"/>
          </a:xfrm>
          <a:custGeom xmlns:a="http://schemas.openxmlformats.org/drawingml/2006/main"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b9690bb59747e0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8723694-4B07-4555-BD6B-1E3F065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28" y="5900114"/>
            <a:ext cx="1422063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Database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CB6A27-39B0-4267-B892-3DD7BF4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746" y="6391400"/>
            <a:ext cx="2690239" cy="168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SQLite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Persistent storage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Foreign keys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Unique constraints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Parametrized SQL queries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157444A-8EC2-458D-9E8A-0B41D79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2142670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10a76265f4499c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D5B1A41-9CEF-42DD-8A48-9E26BF3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2776725"/>
            <a:ext cx="1531292" cy="1300906"/>
          </a:xfrm>
          <a:custGeom xmlns:a="http://schemas.openxmlformats.org/drawingml/2006/main"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63a3c07e444281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13C1B81-0350-40E4-A5EA-8D105FC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474" y="2842763"/>
            <a:ext cx="1318994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Backend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F253928-54F2-4373-B6D5-B2F0A73F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190" y="3383987"/>
            <a:ext cx="2447361" cy="1421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b="1" spc="-95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Python 3, Flask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Session authentication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JSON API endpoints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Server-side validation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4B73B76-07D1-4324-A7E7-431B57D5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5356674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6b59bfa3da4c7e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242A64A-614C-4AE6-9E25-EFB30639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5783021"/>
            <a:ext cx="1531292" cy="1289974"/>
          </a:xfrm>
          <a:custGeom xmlns:a="http://schemas.openxmlformats.org/drawingml/2006/main"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dae152d0c94368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29B902-962D-4871-AAE0-025F5B1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8051" y="6422116"/>
            <a:ext cx="3261353" cy="1678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b="1" spc="-8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Werkzeug password hashing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Passwords never stored in plaintext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CSRF protection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HTTP-only session cookies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Private profile information protected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D883B8E-CB29-49AC-B64B-98966E4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8c13df78d441a3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039CD2D-98E5-40DB-9044-70AF604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778386"/>
            <a:ext cx="11331560" cy="1300906"/>
          </a:xfrm>
          <a:custGeom xmlns:a="http://schemas.openxmlformats.org/drawingml/2006/main">
            <a:rect l="l" t="t" r="r" b="b"/>
            <a:pathLst>
              <a:path w="11331560" h="1300906">
                <a:moveTo>
                  <a:pt x="0" y="0"/>
                </a:moveTo>
                <a:lnTo>
                  <a:pt x="11331560" y="0"/>
                </a:lnTo>
                <a:lnTo>
                  <a:pt x="11331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a83e5ca19c4a83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DF4DC83-3859-437A-92FF-47098A3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97026"/>
            <a:ext cx="1104718" cy="1082267"/>
          </a:xfrm>
          <a:custGeom xmlns:a="http://schemas.openxmlformats.org/drawingml/2006/main"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cde7e4632944b0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5BD8DF-4C9B-46EB-A7C7-2A032CDF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914" y="9125309"/>
            <a:ext cx="7286625" cy="72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0"/>
              </a:lnSpc>
              <a:buNone/>
            </a:pPr>
            <a:r>
              <a:rPr sz="2254" spc="-112">
                <a:solidFill>
                  <a:srgbClr val="F1EEEA"/>
                </a:solidFill>
                <a:latin typeface="Roboto"/>
                <a:ea typeface="Roboto"/>
                <a:cs typeface="Roboto"/>
              </a:rPr>
              <a:t>Basic security suitable for controlled university demonstration,</a:t>
            </a:r>
            <a:r>
              <a:rPr sz="2254" b="1" spc="-112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 not production-grade.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2B63DB4-387C-408C-89A7-AC5412F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852695"/>
            <a:ext cx="5457962" cy="8800250"/>
          </a:xfrm>
          <a:custGeom xmlns:a="http://schemas.openxmlformats.org/drawingml/2006/main">
            <a:rect l="l" t="t" r="r" b="b"/>
            <a:pathLst>
              <a:path w="5457962" h="8800250">
                <a:moveTo>
                  <a:pt x="0" y="0"/>
                </a:moveTo>
                <a:lnTo>
                  <a:pt x="5457962" y="0"/>
                </a:lnTo>
                <a:lnTo>
                  <a:pt x="5457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968c8f7b214396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624E61E-828F-4CD2-8685-ECDCE68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83" y="1400325"/>
            <a:ext cx="4554141" cy="28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88"/>
              </a:lnSpc>
              <a:buNone/>
            </a:pPr>
            <a:r>
              <a:rPr sz="2188" b="1" spc="-108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Project File Structure (Example)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80D1CA6-605A-4D08-87AD-F194B94F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2220" y="1924030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fb0f54eec0475e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6D1E693-BA79-419B-8431-DF69DAB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504" y="1947894"/>
            <a:ext cx="165040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padeli_hyeti/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426A2FA9-3210-4CA3-9847-3EC3865B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235037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099ce1a2214fbb"/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58E8273-4480-4289-8AE4-58879655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776725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c8e45c2eeb4754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02A75B9-581D-40A1-8AE4-FBCAF6A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995365"/>
            <a:ext cx="437512" cy="655919"/>
          </a:xfrm>
          <a:custGeom xmlns:a="http://schemas.openxmlformats.org/drawingml/2006/main"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69403d04114441"/>
            <a:stretch>
              <a:fillRect l="0" t="0" r="0" b="0"/>
            </a:stretch>
          </a:blipFill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5521C15-D572-4A2A-9AD8-DF574FED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3421712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427e0fdc3a4a77"/>
            <a:stretch>
              <a:fillRect l="0" t="0" r="0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702A9C1-6A79-4279-80AB-8DEEE12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461" y="3514221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templates/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3D22EED-7451-422B-93BC-30C50F3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3848060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64a581052b4cc5"/>
            <a:stretch>
              <a:fillRect l="0" t="0" r="0" b="0"/>
            </a:stretch>
          </a:blipFill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98F45F6-EC5D-4CEB-A7D4-6886CDB1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285339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a4287d8c4d4aae"/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B46F399-916D-426D-9C5A-239F87CA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49304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50c9530f6c4af1"/>
            <a:stretch>
              <a:fillRect l="0" t="0" r="0" b="0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6E9586D-CD7F-434A-A8DD-6225181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4388916cf941b2"/>
            <a:stretch>
              <a:fillRect l="0" t="0" r="0" b="0"/>
            </a:stretch>
          </a:blipFill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940189A4-6A6A-40EC-BF86-25F882B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5356674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ac5e9c7266e4a73"/>
            <a:stretch>
              <a:fillRect l="0" t="0" r="0" b="0"/>
            </a:stretch>
          </a:blip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F65FB2BF-111D-40DE-8C1F-68B93C8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5783021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b08fd5550e455d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B5CDD57-8941-4297-92D6-EF80F73D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9348" y="5758287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style.css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0B2AA64-5037-4F1E-B2B6-0C0D914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6209369"/>
            <a:ext cx="448450" cy="229572"/>
          </a:xfrm>
          <a:custGeom xmlns:a="http://schemas.openxmlformats.org/drawingml/2006/main"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3237eb6894409b"/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C792702-5D73-4F88-B2C2-5314AA7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6428009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47237b62184eb3"/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23E8807-7FAD-4D0A-B18E-D52A499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6854356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e06af8b39f40dd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BA381CBB-F448-4E19-9372-018AE46E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730" y="687278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database/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DB853BF-67CA-47E9-B480-341AFA65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280704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aa386d73194995"/>
            <a:stretch>
              <a:fillRect l="0" t="0" r="0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9049D2D-0EFA-464B-8E82-F1E77A57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293" y="7234249"/>
            <a:ext cx="139649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database.py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E264DA9-20BF-41B1-8228-7EB109FF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499343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e5b5dc73014247"/>
            <a:stretch>
              <a:fillRect l="0" t="0" r="0" b="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9FFB285-AAD0-4608-90FB-49C2C8A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215" y="7610770"/>
            <a:ext cx="190431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padeli_hyeti.db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B5276EF-480F-4C93-AFC2-5F30406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7925691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5980c3b0f747a6"/>
            <a:stretch>
              <a:fillRect l="0" t="0" r="0" b="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808F2A8-35DF-43FC-AB55-F6A6B4C0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8750" y="8002352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utils/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A9DEC12-10FA-4CD7-A8C8-BF2F45A4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8352038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5117bc9fa24b36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9545B48-0E50-4461-87A3-16FD1BDC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8778386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f8684187494631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26BB1961-4F3F-42C5-A74D-E9EAE29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65" y="5900114"/>
            <a:ext cx="1239902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Security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80A761E-9A7D-4830-A9FE-183FE0CF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276117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_init_.py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D6699EB-196E-47B8-A7F3-249B5EC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64378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login.html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4A081DB2-85D3-41C7-8AEF-A078628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28232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index.html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90CA5446-C01A-465A-9C9D-A553581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152761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routes.py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88B46E09-5602-4505-AC8F-480F343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890742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base.html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06A5ECFD-3A3E-41D9-B6EE-DA64CCE2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4269" y="5005245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static/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E9FFA73B-6167-4338-936B-2AF0F167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1887" y="6496268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main.js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2B084465-BB6A-4B9F-B570-413A367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004" y="8393934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auth.py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548AEDA4-BAB2-433B-B605-49BF683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281" y="8860820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run.py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03884C43-C619-421C-9CD6-DDF5E32E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1289" y="2354537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app/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8F7D67DB-F537-4BFE-BAD3-141921D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7070" y="5396826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css/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E03D29B-75E9-4D27-A441-A94EDD6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8340" y="6134808"/>
            <a:ext cx="38086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js/</a:t>
            </a:r>
          </a:p>
        </p:txBody>
      </p:sp>
    </p:spTree>
    <p:extLst>
      <p:ext uri="{BB962C8B-B14F-4D97-AF65-F5344CB8AC3E}">
        <p14:creationId xmlns:p14="http://schemas.microsoft.com/office/powerpoint/2010/main" val="1483219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93A9D1-F1A7-4ABA-92C2-C04A1C9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2E466-100F-434F-A416-F7120979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game. Two clients. Four HTTP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176C8-A67F-4959-94B4-B2656B4A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server keeps one shared SQLite record; both browsers read the same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C9439-BBED-4C4F-B5AE-BDA993AB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5914A-0D6A-441D-B185-582FD6C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2863-95A6-454B-8FB1-5D8FD089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D0E23-8FD4-4DC6-A1A5-D87930E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80837-67B5-4559-A6C7-1214F35E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33FEB-5139-48C8-B260-A5B75B4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0A304-F7AB-4500-8FDA-068247E8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000B3-689B-4D99-8D06-C57665E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24785-E791-4426-8271-BA90866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Create Game 5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201 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67529-9FB0-452E-99CF-0F03F4D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56386-56BB-46FB-B4FA-C1054A7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4AB2E-BFA7-4923-8078-2A0F749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A4F65-2373-4962-80EB-646D116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79C94-33E6-4894-BEB3-542C7BE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4A686-9FD7-41B8-B803-2751C19F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 /games/5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D6C20-09BC-4306-92F4-A505205F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Find the same game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200 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88282-5E1C-4C42-8B91-48B5C7A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62A26-9ACE-4544-8EEC-59D6DDE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EF37F-C212-4DCD-A6A2-74EE7EF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E2183-1284-4FD0-A047-380F8BD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EBFEA-FEA2-431D-AA10-FC2B404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C403C-1C67-418C-AD54-AAE95B12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/api/games/5/join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3EDAA-B389-49AB-B828-223897C9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Join the game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200 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3BB3D-31F4-4AA0-A128-1AC80DD0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6E095-24A5-4145-826F-A84915DE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98E47-3E7F-47F3-AB3B-A53D7118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8FDD6-6643-4A10-B6B1-19C2BAC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AF9FC-C8A4-4096-B07F-BC439818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7647E-57E9-4C99-A824-0532D92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 /games/5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E5FD1E-BEC3-4A34-B40A-E6FC76E8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Refresh participants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 of 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0571F-7C27-4F12-9655-36B9717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0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Proof: Client 1 sees Client 2 in the participant list after the join.</a:t>
            </a:r>
          </a:p>
        </p:txBody>
      </p:sp>
    </p:spTree>
    <p:extLst>
      <p:ext uri="{BB962C8B-B14F-4D97-AF65-F5344CB8AC3E}">
        <p14:creationId xmlns:p14="http://schemas.microsoft.com/office/powerpoint/2010/main" val="1324778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E9832-D900-4247-9B4C-9DB333A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1B966-308B-45E0-A3D0-048C168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1 creates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5D3F5-0962-48B3-B832-69243693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EF3DF-6947-44FA-B337-2439027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DEA17-8BA5-4AEB-938B-BA7C02F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BB3DE-FE59-4E04-9785-C49B871B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B5684-8DD9-4FE5-B810-70BC6EE3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B7AF3-451A-4FA8-BA7A-2F24517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3686D-647B-444B-91F8-7EA87156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B6B6D-0ED1-4F92-B07F-AF08387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192.168.54.66:61170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608EE-8984-4878-A29B-A855EB51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{"title":"game",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"location":"padel megrine",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"date":"2026-10-22", "time":"14:00",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"required_level":"Intermediate", "max_players":"4"}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6A1AC-EB2E-4262-A0A2-3E196050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8592-FFEE-45FC-AF1D-03AFB68B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D1F8B-34F5-4AF8-91DF-017983D2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6FAC6-606C-4EE5-BAFA-BF882A8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AECCE-C7F1-4523-BB24-A183F67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A0025-718A-419D-B5AC-4133B00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"Game created. You are the first participant."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participant_count=1 • available_places=3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144760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A7CAF-5545-44EA-8812-F40B796E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EBC5A-F7FE-4270-8E30-6FD1D1C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same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84F2E-474C-4F51-9BD2-25B730D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020A1-D42E-4890-A885-3879DB9D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5F76F-4BB0-4A81-87BC-3E3E32B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149B4-44EC-4860-96DF-B6B95E5F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12C1D-D941-480E-9A83-8C3F482F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254C6-00AE-4E4D-91BB-8DC23B9A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A23E5-3756-42E1-8D6D-F9ECA85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8153-3066-48B9-83CA-0DBE8E4D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192.168.53.7:50155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1DD7C-F995-45AC-BD78-3ECC835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Origin: http://192.168.54.6:8000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Referer: /games/5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X-CSRF-Token: [redacted]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{}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C06F5-EBA5-4B42-8635-4487E6DE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9F32D-1731-4822-9EBE-06E64147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0A78E-47A2-4744-8EF2-E0EA978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F8FBC-26D8-4E0F-B3F4-E9D43949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7E367-5456-4956-B3F5-EFA087F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0FD76-FED8-411F-A062-71352E3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"You joined the game."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participant_count=2 • available_places=2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52967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2E00E-8155-4A63-B271-9962DF6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488B-24AB-4F11-8302-E905953E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HTTP types used by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66700-9E56-4C0D-BE52-F1002EE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Only implemented methods and observed response codes are shown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86598-8CF9-441F-B81F-6524737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AF800-ECF7-431A-BD6A-B21C34D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B33E2-EA63-4D9A-8240-E2CB27C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286E5-6DE2-4FBD-A62D-1AA607E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52E0C-F3A3-41FC-99E1-8DD5A85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6D302-4284-4500-89A2-2A0F937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Read pages, players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and game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55F5-4012-484A-825F-9020243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84C17-95E8-469F-9CDE-0BDA6366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A713E-8CBA-4609-B7FA-8FF9886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Register, login,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create, join,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2F513-782B-4D41-B5E7-02605F1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CF48D-22BB-4D18-9680-1C0F2B57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03E8B-96BC-4660-AE23-C569A96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Update the logged-in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player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32294-8B06-49F2-8536-A888B80E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704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8A775-90A2-47E3-8633-19B0BC42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OBSERVED RESPONSES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DBB0-2A26-448C-A6F5-C073FE86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5762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200 OK   •   201 Created   •   400 Bad Request</a:t>
            </a:r>
          </a:p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401 Unauthorized   •   404 Not Found   •   409 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0D79F-6A65-4ABC-A217-083E466E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478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8CB34-4EDE-4AFE-B146-C846BF7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GET /games/5  →  Flask view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15D6D-29F1-4B7A-AEB4-E74E5FAA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0"/>
            <a:ext cx="819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@bp.get("/games/&lt;int:game_id&gt;")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def game_detail(game_id: int):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database = get_db()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row = fetch_game(game_id)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if row is None: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    abort(404)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participants = database.execute(...)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D70EA-4115-4151-96D6-71A9421D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browser GET enters this real view, reads SQLite,</a:t>
            </a:r>
          </a:p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loads participants, and returns the page—or a real 404.</a:t>
            </a:r>
          </a:p>
        </p:txBody>
      </p:sp>
    </p:spTree>
    <p:extLst>
      <p:ext uri="{BB962C8B-B14F-4D97-AF65-F5344CB8AC3E}">
        <p14:creationId xmlns:p14="http://schemas.microsoft.com/office/powerpoint/2010/main" val="1964469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F371A-09C8-442A-AA9E-B4AFE51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  /  TWO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485DA-90EC-4533-98DB-4D8BCE9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shared game, shown twice.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A78AD-CE6E-483B-A76A-74383D90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Click a green play label during the presentation to open the trimmed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4622E-E59F-4C3F-A6E4-F1AC19B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25FFA-84E2-4D5C-89FD-8997294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E648-78D4-4E8F-B1BF-B5E9A75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1AF5E-4E62-4136-B030-97516CC8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FB7D6-93CE-4C71-AC27-99D107F5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8BF17-7CCE-4C88-8375-A66D6E4C0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cf0af97f64649"/>
          <a:stretch xmlns:a="http://schemas.openxmlformats.org/drawingml/2006/main"/>
        </p:blipFill>
        <p:spPr>
          <a:xfrm xmlns:a="http://schemas.openxmlformats.org/drawingml/2006/main">
            <a:off x="1000125" y="3542660"/>
            <a:ext cx="7572375" cy="358268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7CD5D-E899-4214-9CF6-0FA93E13B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548a18904a24"/>
          <a:stretch xmlns:a="http://schemas.openxmlformats.org/drawingml/2006/main"/>
        </p:blipFill>
        <p:spPr>
          <a:xfrm xmlns:a="http://schemas.openxmlformats.org/drawingml/2006/main">
            <a:off x="9715500" y="3455104"/>
            <a:ext cx="7572375" cy="375779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8C3BF-337C-4978-8CFF-34E9B76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  /  CREATED + REFRESHED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95DB1-57CC-4387-BF57-B853C70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list: 2 of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35679-5097-45FA-9AD1-8E797C7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  /  FOUND + JOINED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ACA23-73DD-4C85-BF27-8C4D5E40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096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confirmation is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C8613-E5E3-485F-9257-FC039DD5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4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a9cd37c8e4a14380"/>
              </a:rPr>
              <a:t>▶  PLAY CLIENT 1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FAEC0-EA9C-48D5-A172-AB3605EE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48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cb9bb101eaf440c5"/>
              </a:rPr>
              <a:t>▶  PLAY CLIENT 2 CLIP</a:t>
            </a:r>
          </a:p>
        </p:txBody>
      </p:sp>
    </p:spTree>
    <p:extLst>
      <p:ext uri="{BB962C8B-B14F-4D97-AF65-F5344CB8AC3E}">
        <p14:creationId xmlns:p14="http://schemas.microsoft.com/office/powerpoint/2010/main" val="187858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33A8E-650F-4C23-9860-68363973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  /  WIRESHARK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88158-1B1A-43EA-81DC-6912B87B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Find one request. Read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B9426-E54C-4E8B-BE18-B2EEC4E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screenshot is the real join packet; the filter makes it easy to isolate.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F3B70-BB70-4B0F-BF41-B1FE79B9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8B580-76D3-44D1-9C0E-2100A93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1A8F-533D-4D8D-8F6D-7BE4D805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C4D9D-30AB-4DF9-A222-D145CD4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334000" cy="5715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54A5E-7F26-4354-A25A-C4CF0F73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AD204-F467-4DE0-A8C6-9866FD9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F8F49-FF5C-44B4-A180-DECCA54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3B430-1F59-4607-885D-8261F57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96B33-845C-4D3D-AED4-ADE4FBCC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→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B34C2-EE98-4C65-8CDB-BB9B69B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EC2F2-843B-4A71-A881-D8244C0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HTTP/1.1 200 OK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Content-Length: 334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frame 1187933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526C4-2CC4-4240-9577-3175744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0763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3F73B-9207-4301-8A36-DE1F7DBFCD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15cede7d14737"/>
          <a:stretch xmlns:a="http://schemas.openxmlformats.org/drawingml/2006/main"/>
        </p:blipFill>
        <p:spPr>
          <a:xfrm xmlns:a="http://schemas.openxmlformats.org/drawingml/2006/main">
            <a:off x="6858000" y="3909125"/>
            <a:ext cx="10191750" cy="2278251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79AA5-F0EE-48E8-8381-775EA89A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REQUEST  frame 1187931  •  POST /api/games/5/join  •  body: {}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A13BE-0D2E-445D-A38F-C962C225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62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  frame 1187933  •  200 OK  •  participant_count: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284C1-60B6-4BE5-961A-B181CCC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Source: wiresharkpresentation.pcapng  •  session token redacted</a:t>
            </a:r>
          </a:p>
        </p:txBody>
      </p:sp>
    </p:spTree>
    <p:extLst>
      <p:ext uri="{BB962C8B-B14F-4D97-AF65-F5344CB8AC3E}">
        <p14:creationId xmlns:p14="http://schemas.microsoft.com/office/powerpoint/2010/main" val="552343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5BD19-CBC4-4899-B217-6E79244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  /  BONUS A —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2AFA9-AC1D-4C9C-97F1-28DF65D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A non-standard read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6844-7C93-4394-9891-FAA6EDC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Implemented in Flask; the live packet will be captured during the bonus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DA9A9-622D-45AC-91EB-8E72C06E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CB76C-83D7-4ADA-81DE-EAA7AF15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C0BD1-CAF6-4ED0-AFCC-06A2D25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6532A-FA6A-4442-B83F-B8853FD9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B5C09-8764-41A1-8BBE-DD83C60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36B"/>
                </a:solidFill>
                <a:latin typeface="Aptos"/>
                <a:ea typeface="Aptos"/>
                <a:cs typeface="Aptos"/>
              </a:rPr>
              <a:t>REQUEST  /  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93AE4-5737-4069-AFDB-45E61AA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QUERY /api/query?resource=games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1D759-51AF-4625-85F2-0D53AE0A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Accept: application/json</a:t>
            </a:r>
          </a:p>
          <a:p xmlns:a="http://schemas.openxmlformats.org/drawingml/2006/main">
            <a: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Read-only request</a:t>
            </a:r>
          </a:p>
          <a:p xmlns:a="http://schemas.openxmlformats.org/drawingml/2006/main">
            <a:pPr>
              <a:defRPr sz="15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Body: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05B82-0F7D-49DA-9192-97827EF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00087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BFAF5"/>
                </a:solidFill>
                <a:latin typeface="Aptos"/>
                <a:ea typeface="Aptos"/>
                <a:cs typeface="Aptos"/>
              </a:rPr>
              <a:t>PowerShell:  curl.exe -X QUERY "http://192.168.54.6:8000/api/query?resource=games"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4DCC-3853-4E8D-9AA3-501609E8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B36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E5D73-5707-4708-A75B-14BC50D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AE09D-89A9-4DFC-B7E4-225BC7F6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8662B"/>
                </a:solidFill>
                <a:latin typeface="Aptos"/>
                <a:ea typeface="Aptos"/>
                <a:cs typeface="Aptos"/>
              </a:rPr>
              <a:t>RESPONSE  /  EXPECTED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EC8A-7407-41B5-A445-2773AACE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838FD-FAB0-483A-B2A9-0FF926F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958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JSON envelope: success + message +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B4F88-3535-4BE5-BB5E-4B09E4C4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34125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method: "QUERY"</a:t>
            </a:r>
          </a:p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"QUERY request handled; games retrieved."</a:t>
            </a:r>
          </a:p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public game catalogue + count</a:t>
            </a:r>
          </a:p>
        </p:txBody>
      </p:sp>
    </p:spTree>
    <p:extLst>
      <p:ext uri="{BB962C8B-B14F-4D97-AF65-F5344CB8AC3E}">
        <p14:creationId xmlns:p14="http://schemas.microsoft.com/office/powerpoint/2010/main" val="1676841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0643F-A1C7-4675-BEC6-15EE452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11  /  BONUS B — MITM / INTERCEPTION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37B0C-ADD5-4132-9C7D-9721474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What an observer can read over HTTP.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E03BF-A62C-44B3-8297-BAF1AA16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Safe lab procedure: observe authorized dummy traffic on the isolated 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EFF65-FEB0-47D8-A306-0CD7CD59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525C-E97B-4961-A7E3-BD0AB33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45649-0B83-4003-9E46-3AFB3151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D00FD-B697-49D6-8A31-9DC2831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FA57B-85C5-48D7-9B4F-1CE0D2B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62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→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9B434-B23A-42B3-880F-C2064518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8DA93-BE94-4163-B09E-761697D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Request line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Headers + JSON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Source/destination IPs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TCP 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640FE-BFB2-4978-858C-89CB7A4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5ABA8-3D5F-4252-9589-9906776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WIRESHARK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4AEC-D99B-43F8-86E3-82074766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9F9BC-282F-4C75-ACA5-FD59CBE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577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tcp.port == 8000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Select the request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Follow TCP/HTTP stream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Save one clean frame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F9871-CFF3-4101-8521-725252F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33375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9816B-E135-4464-8E18-F11CE05E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62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SERVER → 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164DB-1BC6-4212-A620-A8136E4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3815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22DD8-F65E-4A49-AD0B-47BB94E6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577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 status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Response headers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JSON body</a:t>
            </a:r>
          </a:p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117E-6C08-48E5-8AE3-6F00016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34250"/>
            <a:ext cx="1571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79F3F-5144-4320-AAD5-E51A18D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5723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36B"/>
                </a:solidFill>
                <a:latin typeface="Aptos"/>
                <a:ea typeface="Aptos"/>
                <a:cs typeface="Aptos"/>
              </a:rPr>
              <a:t>STATUS: procedure ready • capture not recorded yet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FB2AB-65A5-427B-9161-4F9D901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5723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Use owned devices + dummy accounts. Do not ARP-spoof a shared Wi-Fi network.</a:t>
            </a:r>
          </a:p>
        </p:txBody>
      </p:sp>
    </p:spTree>
    <p:extLst>
      <p:ext uri="{BB962C8B-B14F-4D97-AF65-F5344CB8AC3E}">
        <p14:creationId xmlns:p14="http://schemas.microsoft.com/office/powerpoint/2010/main" val="9143098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2026-10-21T14:06:57.4960000Z</dcterms:created>
  <dcterms:modified xsi:type="dcterms:W3CDTF">2026-10-21T14:06:57.4970000Z</dcterms:modified>
</coreProperties>
</file>