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fb54c8aef483f" /><Relationship Type="http://schemas.openxmlformats.org/officeDocument/2006/relationships/extended-properties" Target="/docProps/app.xml" Id="Rb4bbfc2bf9544189" /><Relationship Type="http://schemas.openxmlformats.org/officeDocument/2006/relationships/officeDocument" Target="/ppt/presentation.xml" Id="R22eca7618d714ca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87687f11d1442af"/>
  </p:sldMasterIdLst>
  <p:notesMasterIdLst>
    <p:notesMasterId xmlns:r="http://schemas.openxmlformats.org/officeDocument/2006/relationships" r:id="Rd0cb7a489d864ae4"/>
  </p:notesMasterIdLst>
  <p:sldIdLst>
    <p:sldId xmlns:r="http://schemas.openxmlformats.org/officeDocument/2006/relationships" id="256" r:id="Rb2d6f16fbe95448e"/>
    <p:sldId xmlns:r="http://schemas.openxmlformats.org/officeDocument/2006/relationships" id="257" r:id="R568c5f34b9fd4ea7"/>
    <p:sldId xmlns:r="http://schemas.openxmlformats.org/officeDocument/2006/relationships" id="258" r:id="R0e8144e1da464234"/>
    <p:sldId xmlns:r="http://schemas.openxmlformats.org/officeDocument/2006/relationships" id="259" r:id="R3c5b719b22c24761"/>
    <p:sldId xmlns:r="http://schemas.openxmlformats.org/officeDocument/2006/relationships" id="260" r:id="Rd977c013c60740b6"/>
    <p:sldId xmlns:r="http://schemas.openxmlformats.org/officeDocument/2006/relationships" id="261" r:id="Rfcd8e0914f8d4c80"/>
    <p:sldId xmlns:r="http://schemas.openxmlformats.org/officeDocument/2006/relationships" id="262" r:id="Rc8fc6d352d524523"/>
    <p:sldId xmlns:r="http://schemas.openxmlformats.org/officeDocument/2006/relationships" id="263" r:id="Reb5f39ea8d9b4605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b02cdee44a9b48eb"/>
    </p:embeddedFont>
    <p:embeddedFont>
      <p:font typeface="Roboto"/>
      <p:regular xmlns:r="http://schemas.openxmlformats.org/officeDocument/2006/relationships" r:id="R3e3e82e3565d41ca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95eea2e404f2e" /><Relationship Type="http://schemas.openxmlformats.org/officeDocument/2006/relationships/slideMaster" Target="/ppt/slideMasters/slideMaster1.xml" Id="R987687f11d1442af" /><Relationship Type="http://schemas.openxmlformats.org/officeDocument/2006/relationships/notesMaster" Target="/ppt/notesMasters/notesMaster1.xml" Id="Rd0cb7a489d864ae4" /><Relationship Type="http://schemas.openxmlformats.org/officeDocument/2006/relationships/presProps" Target="/ppt/presProps.xml" Id="R4d3a5272a3784883" /><Relationship Type="http://schemas.openxmlformats.org/officeDocument/2006/relationships/viewProps" Target="/ppt/viewProps.xml" Id="R8823c012cceb43ee" /><Relationship Type="http://schemas.openxmlformats.org/officeDocument/2006/relationships/tableStyles" Target="/ppt/tableStyles.xml" Id="R052c933c103f4e3a" /><Relationship Type="http://schemas.openxmlformats.org/officeDocument/2006/relationships/font" Target="/ppt/fonts/font.dat" Id="Rb02cdee44a9b48eb" /><Relationship Type="http://schemas.openxmlformats.org/officeDocument/2006/relationships/font" Target="/ppt/fonts/font2.dat" Id="R3e3e82e3565d41ca" /><Relationship Type="http://schemas.openxmlformats.org/officeDocument/2006/relationships/slide" Target="/ppt/slides/slide1.xml" Id="Rb2d6f16fbe95448e" /><Relationship Type="http://schemas.openxmlformats.org/officeDocument/2006/relationships/slide" Target="/ppt/slides/slide2.xml" Id="R568c5f34b9fd4ea7" /><Relationship Type="http://schemas.openxmlformats.org/officeDocument/2006/relationships/slide" Target="/ppt/slides/slide3.xml" Id="R0e8144e1da464234" /><Relationship Type="http://schemas.openxmlformats.org/officeDocument/2006/relationships/slide" Target="/ppt/slides/slide4.xml" Id="R3c5b719b22c24761" /><Relationship Type="http://schemas.openxmlformats.org/officeDocument/2006/relationships/slide" Target="/ppt/slides/slide5.xml" Id="Rd977c013c60740b6" /><Relationship Type="http://schemas.openxmlformats.org/officeDocument/2006/relationships/slide" Target="/ppt/slides/slide6.xml" Id="Rfcd8e0914f8d4c80" /><Relationship Type="http://schemas.openxmlformats.org/officeDocument/2006/relationships/slide" Target="/ppt/slides/slide7.xml" Id="Rc8fc6d352d524523" /><Relationship Type="http://schemas.openxmlformats.org/officeDocument/2006/relationships/slide" Target="/ppt/slides/slide8.xml" Id="Reb5f39ea8d9b46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e5e5ed6da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c6e54c67747e7" /><Relationship Type="http://schemas.openxmlformats.org/officeDocument/2006/relationships/notesMaster" Target="/ppt/notesMasters/notesMaster1.xml" Id="R309846b1b8844c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2193878a944e0" /><Relationship Type="http://schemas.openxmlformats.org/officeDocument/2006/relationships/notesMaster" Target="/ppt/notesMasters/notesMaster1.xml" Id="R353e48eadc1a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28ce3d01e94d2c" /><Relationship Type="http://schemas.openxmlformats.org/officeDocument/2006/relationships/notesMaster" Target="/ppt/notesMasters/notesMaster1.xml" Id="Rfea8d8ed9130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ae393573843bf" /><Relationship Type="http://schemas.openxmlformats.org/officeDocument/2006/relationships/notesMaster" Target="/ppt/notesMasters/notesMaster1.xml" Id="Rad5a4b878548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2ed62a06141af" /><Relationship Type="http://schemas.openxmlformats.org/officeDocument/2006/relationships/notesMaster" Target="/ppt/notesMasters/notesMaster1.xml" Id="Rb06011d68fea46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320cfa6534591" /><Relationship Type="http://schemas.openxmlformats.org/officeDocument/2006/relationships/notesMaster" Target="/ppt/notesMasters/notesMaster1.xml" Id="R2aa82e9055d7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45361cdbff4ecf" /><Relationship Type="http://schemas.openxmlformats.org/officeDocument/2006/relationships/notesMaster" Target="/ppt/notesMasters/notesMaster1.xml" Id="Rf801d31af8b2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a1a99a436b4a64" /><Relationship Type="http://schemas.openxmlformats.org/officeDocument/2006/relationships/notesMaster" Target="/ppt/notesMasters/notesMaster1.xml" Id="R67dd11f01f9345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37109c1aa47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8948fbe1345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871279f8c47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d36ba719446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f50ae02af44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85d7eedad45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663055fc545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1277b0f6744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81bb2301945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09ea550364d0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fb1e479e54a2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6A1D14-BC4F-4B6A-BEE3-16ECA15CD3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C7914D-D337-413F-AD27-EC984B09ED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912DFC-631B-40FF-8A48-9D71E10C3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EC3552-078A-43F1-8285-C8B372099E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CC1F0D-B580-4D10-86A5-66A54FF7FD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962F34-59E4-4DC3-97C0-732875631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99F3C8-D562-470C-92F8-CE1AA19B4A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B40786-75ED-4A3C-8A47-FBB9DB1AE6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491C23-5FFC-48CD-A379-D71F17A3DB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A54E24-61FA-4067-9DEC-01369503F9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BF2D30-E0D8-44CD-A60E-4985CC3D2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9BB8E5-FAAA-4CCC-8178-FDC1D5D8D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B37F2B-811B-4946-BE7E-98882CD043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45B769-E8C5-4A1C-BE66-C91EAB6482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05D8A1-EF76-452D-9813-F27FA888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3C40E1-51D2-47BB-9E30-EB30A6A41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A76AA4-48AA-470E-B584-5905814C14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9D0214-680B-40AE-80A4-60CDABA03E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D49EBDA-203E-49A7-B04C-F5AEC2610F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0842E2-D9F7-48B9-897E-3140F013BD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7ABAE-F852-4247-B448-F87DEFB5EE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939D1-E122-41BA-BD3F-730464D0A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AD8A8-E009-48A3-AC88-4C7106EB7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33453C-26A5-49F4-A969-0868B16686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A76616-0243-4511-82DC-3D6D8580B2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E718052-C842-4881-A0D3-E9F5D114276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FCCF197-6029-4A5E-AB33-6FEDB6F6F6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7F2313B-4559-4AF4-B2D4-8C95B5003D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05B621-B92C-4D83-82B8-10720E401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CCECE-5266-4DC6-86F3-B580B4C5A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9AAAA2-12B3-49BA-AAB9-21BFBD9911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B52ABCB-DB85-40F6-974D-32A9013990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FE8E48B-9488-472A-B20E-87FCD012B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187D549-C1DC-4B50-8D1B-775516C74C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7F93FB4-6CCB-43D2-B331-3D66D60F7C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F45059-C9E3-403F-83FB-2C50AED173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2FB63-EABF-43ED-88FA-D41E528C4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6AC1E3-5486-45EB-B291-3DD4B582DA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941B0B4-C8FD-4EFC-BF15-9BA91AB21D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FCA201F-43CD-44BD-AA6D-A7C4E4C963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8901DA-4A83-4E56-9FC7-3EDC7BE8B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67CFC-A396-4152-8B46-322D1279C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1EDCF-38FE-42E0-B6D5-4936C83A6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18A474-62C1-42B4-A459-523EEA02AD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C068BF0-B044-4975-97CE-D45A91DA1F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ED74D3-EBF2-4306-9E0A-607A61EEF4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AFE7CD-05E6-41D6-A05E-D86FA3283D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9BDDD2-0D7D-4CA7-95BD-0CD19482BD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0C38C7-2F60-4E3C-9BF6-9A6A76F42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3C09B6-ADA2-4573-8316-DA1CB5A895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6F8BB-094C-4A69-B532-3EC726DF05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9087F9-8336-4C9B-89F8-03FC06AF48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1FA542-722D-4A56-9545-14FBF81D77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2214FF1-E892-4506-A256-20FD0E2E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50A13A-C972-441D-9D1B-59A9C6B3DE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90709D-41AF-4A29-8578-CC8F4E103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86AC71-8486-4A65-8A65-E6575A0C31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AB2D0E-DDEC-497D-8BDF-AECC7C4A3E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6bac066584de3" /><Relationship Type="http://schemas.openxmlformats.org/officeDocument/2006/relationships/slideLayout" Target="/ppt/slideLayouts/slideLayout1.xml" Id="R83a628d144b24501" /><Relationship Type="http://schemas.openxmlformats.org/officeDocument/2006/relationships/slideLayout" Target="/ppt/slideLayouts/slideLayout2.xml" Id="Rdb6a6fed7c864493" /><Relationship Type="http://schemas.openxmlformats.org/officeDocument/2006/relationships/slideLayout" Target="/ppt/slideLayouts/slideLayout3.xml" Id="R055941df78894c06" /><Relationship Type="http://schemas.openxmlformats.org/officeDocument/2006/relationships/slideLayout" Target="/ppt/slideLayouts/slideLayout4.xml" Id="Ra3be0bf03d5c4b7a" /><Relationship Type="http://schemas.openxmlformats.org/officeDocument/2006/relationships/slideLayout" Target="/ppt/slideLayouts/slideLayout5.xml" Id="Rc6b70a355f13469f" /><Relationship Type="http://schemas.openxmlformats.org/officeDocument/2006/relationships/slideLayout" Target="/ppt/slideLayouts/slideLayout6.xml" Id="R85b1b88ff32841ec" /><Relationship Type="http://schemas.openxmlformats.org/officeDocument/2006/relationships/slideLayout" Target="/ppt/slideLayouts/slideLayout7.xml" Id="R213a69daae2c4666" /><Relationship Type="http://schemas.openxmlformats.org/officeDocument/2006/relationships/slideLayout" Target="/ppt/slideLayouts/slideLayout8.xml" Id="R7989a636e3d54bb5" /><Relationship Type="http://schemas.openxmlformats.org/officeDocument/2006/relationships/slideLayout" Target="/ppt/slideLayouts/slideLayout9.xml" Id="R1b52ecc2749f47a3" /><Relationship Type="http://schemas.openxmlformats.org/officeDocument/2006/relationships/slideLayout" Target="/ppt/slideLayouts/slideLayout10.xml" Id="R2db98c4b437f4613" /><Relationship Type="http://schemas.openxmlformats.org/officeDocument/2006/relationships/slideLayout" Target="/ppt/slideLayouts/slideLayout11.xml" Id="R0281ae29ce6240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562DD1F-F686-453C-B25E-CD2BF00A4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FE3BD5-142B-42C0-BEB4-680B5F5A59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6F322F-6D71-4CC5-A978-526715BE1DA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896C19-9B5A-4F28-950A-81889C384D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0C06F9-72C7-4C15-87EE-4CCF5AAA42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628d144b24501"/>
    <p:sldLayoutId xmlns:r="http://schemas.openxmlformats.org/officeDocument/2006/relationships" id="2147483650" r:id="Rdb6a6fed7c864493"/>
    <p:sldLayoutId xmlns:r="http://schemas.openxmlformats.org/officeDocument/2006/relationships" id="2147483651" r:id="R055941df78894c06"/>
    <p:sldLayoutId xmlns:r="http://schemas.openxmlformats.org/officeDocument/2006/relationships" id="2147483652" r:id="Ra3be0bf03d5c4b7a"/>
    <p:sldLayoutId xmlns:r="http://schemas.openxmlformats.org/officeDocument/2006/relationships" id="2147483653" r:id="Rc6b70a355f13469f"/>
    <p:sldLayoutId xmlns:r="http://schemas.openxmlformats.org/officeDocument/2006/relationships" id="2147483654" r:id="R85b1b88ff32841ec"/>
    <p:sldLayoutId xmlns:r="http://schemas.openxmlformats.org/officeDocument/2006/relationships" id="2147483655" r:id="R213a69daae2c4666"/>
    <p:sldLayoutId xmlns:r="http://schemas.openxmlformats.org/officeDocument/2006/relationships" id="2147483656" r:id="R7989a636e3d54bb5"/>
    <p:sldLayoutId xmlns:r="http://schemas.openxmlformats.org/officeDocument/2006/relationships" id="2147483657" r:id="R1b52ecc2749f47a3"/>
    <p:sldLayoutId xmlns:r="http://schemas.openxmlformats.org/officeDocument/2006/relationships" id="2147483658" r:id="R2db98c4b437f4613"/>
    <p:sldLayoutId xmlns:r="http://schemas.openxmlformats.org/officeDocument/2006/relationships" id="2147483659" r:id="R0281ae29ce6240c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d11bc31f15409e" /><Relationship Type="http://schemas.openxmlformats.org/officeDocument/2006/relationships/image" Target="/ppt/media/image.png" Id="R09f612c776d54f1f" /><Relationship Type="http://schemas.openxmlformats.org/officeDocument/2006/relationships/image" Target="/ppt/media/image2.png" Id="Rd80f70b59e6c4b61" /><Relationship Type="http://schemas.openxmlformats.org/officeDocument/2006/relationships/image" Target="/ppt/media/image3.png" Id="Ree941d45a98e4659" /><Relationship Type="http://schemas.openxmlformats.org/officeDocument/2006/relationships/image" Target="/ppt/media/image4.png" Id="R2cd64c5fac994c9d" /><Relationship Type="http://schemas.openxmlformats.org/officeDocument/2006/relationships/image" Target="/ppt/media/image5.png" Id="Rd904f92212124636" /><Relationship Type="http://schemas.openxmlformats.org/officeDocument/2006/relationships/image" Target="/ppt/media/image6.png" Id="Rd9733ce2039d4764" /><Relationship Type="http://schemas.openxmlformats.org/officeDocument/2006/relationships/image" Target="/ppt/media/image7.png" Id="R68d0fbebf4714130" /><Relationship Type="http://schemas.openxmlformats.org/officeDocument/2006/relationships/image" Target="/ppt/media/image8.png" Id="R5668aa4fb25b490a" /><Relationship Type="http://schemas.openxmlformats.org/officeDocument/2006/relationships/image" Target="/ppt/media/image9.png" Id="R7051d46f84914b4b" /><Relationship Type="http://schemas.openxmlformats.org/officeDocument/2006/relationships/image" Target="/ppt/media/image10.png" Id="R7dc677bbe93a428e" /><Relationship Type="http://schemas.openxmlformats.org/officeDocument/2006/relationships/image" Target="/ppt/media/image11.png" Id="Rbb596e57a06c4dbc" /><Relationship Type="http://schemas.openxmlformats.org/officeDocument/2006/relationships/notesSlide" Target="/ppt/notesSlides/notesSlide1.xml" Id="R2e981abc2ed645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ea8dfc32af4612" /><Relationship Type="http://schemas.openxmlformats.org/officeDocument/2006/relationships/image" Target="/ppt/media/image12.png" Id="R1f9e22ea03044ea8" /><Relationship Type="http://schemas.openxmlformats.org/officeDocument/2006/relationships/image" Target="/ppt/media/image13.png" Id="R6e01d7db756541e6" /><Relationship Type="http://schemas.openxmlformats.org/officeDocument/2006/relationships/image" Target="/ppt/media/image14.png" Id="R4965dde1d7b14fce" /><Relationship Type="http://schemas.openxmlformats.org/officeDocument/2006/relationships/image" Target="/ppt/media/image15.png" Id="Rac863b5e88634044" /><Relationship Type="http://schemas.openxmlformats.org/officeDocument/2006/relationships/image" Target="/ppt/media/image16.png" Id="Rb3ed07c2809a49b6" /><Relationship Type="http://schemas.openxmlformats.org/officeDocument/2006/relationships/image" Target="/ppt/media/image17.png" Id="R4e561416b3624f5e" /><Relationship Type="http://schemas.openxmlformats.org/officeDocument/2006/relationships/image" Target="/ppt/media/image18.png" Id="Rdef5ab11cbcb46c7" /><Relationship Type="http://schemas.openxmlformats.org/officeDocument/2006/relationships/image" Target="/ppt/media/image19.png" Id="R0716db1ba92d4539" /><Relationship Type="http://schemas.openxmlformats.org/officeDocument/2006/relationships/image" Target="/ppt/media/image20.png" Id="R5464d66fab934da6" /><Relationship Type="http://schemas.openxmlformats.org/officeDocument/2006/relationships/image" Target="/ppt/media/image21.png" Id="R7eacadb463ba4b8d" /><Relationship Type="http://schemas.openxmlformats.org/officeDocument/2006/relationships/image" Target="/ppt/media/image22.png" Id="Re99cea7117f14fcf" /><Relationship Type="http://schemas.openxmlformats.org/officeDocument/2006/relationships/image" Target="/ppt/media/image23.png" Id="R9ef3ec51db56446d" /><Relationship Type="http://schemas.openxmlformats.org/officeDocument/2006/relationships/image" Target="/ppt/media/image24.png" Id="R9a1a510dfc2f42c0" /><Relationship Type="http://schemas.openxmlformats.org/officeDocument/2006/relationships/image" Target="/ppt/media/image25.png" Id="Re82d4cfaa3df4d59" /><Relationship Type="http://schemas.openxmlformats.org/officeDocument/2006/relationships/image" Target="/ppt/media/image26.png" Id="R25742928f4544458" /><Relationship Type="http://schemas.openxmlformats.org/officeDocument/2006/relationships/image" Target="/ppt/media/image27.png" Id="R8cd1fdad75d44bb5" /><Relationship Type="http://schemas.openxmlformats.org/officeDocument/2006/relationships/image" Target="/ppt/media/image28.png" Id="Rad494c1cf28841e1" /><Relationship Type="http://schemas.openxmlformats.org/officeDocument/2006/relationships/image" Target="/ppt/media/image29.png" Id="R4e62d903be1b453f" /><Relationship Type="http://schemas.openxmlformats.org/officeDocument/2006/relationships/image" Target="/ppt/media/image30.png" Id="R7b8309e3762f4566" /><Relationship Type="http://schemas.openxmlformats.org/officeDocument/2006/relationships/image" Target="/ppt/media/image31.png" Id="R8009cf0465dd44fc" /><Relationship Type="http://schemas.openxmlformats.org/officeDocument/2006/relationships/notesSlide" Target="/ppt/notesSlides/notesSlide2.xml" Id="R27f0acc88bd24a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e3714833cb4c76" /><Relationship Type="http://schemas.openxmlformats.org/officeDocument/2006/relationships/image" Target="/ppt/media/image32.png" Id="R8c5ab75a5dfc48d6" /><Relationship Type="http://schemas.openxmlformats.org/officeDocument/2006/relationships/image" Target="/ppt/media/image33.png" Id="R8f75136275114977" /><Relationship Type="http://schemas.openxmlformats.org/officeDocument/2006/relationships/image" Target="/ppt/media/image34.png" Id="R7e3839c7a5654dd9" /><Relationship Type="http://schemas.openxmlformats.org/officeDocument/2006/relationships/image" Target="/ppt/media/image35.png" Id="R53612a10c5674fab" /><Relationship Type="http://schemas.openxmlformats.org/officeDocument/2006/relationships/image" Target="/ppt/media/image36.png" Id="R82e069e553574c19" /><Relationship Type="http://schemas.openxmlformats.org/officeDocument/2006/relationships/image" Target="/ppt/media/image37.png" Id="R25f8cd5f9cac49a3" /><Relationship Type="http://schemas.openxmlformats.org/officeDocument/2006/relationships/image" Target="/ppt/media/image38.png" Id="R5e26f3e847ae4dd7" /><Relationship Type="http://schemas.openxmlformats.org/officeDocument/2006/relationships/image" Target="/ppt/media/image39.png" Id="R73eee6efe98147c5" /><Relationship Type="http://schemas.openxmlformats.org/officeDocument/2006/relationships/image" Target="/ppt/media/image40.png" Id="R6448a581faf94fdd" /><Relationship Type="http://schemas.openxmlformats.org/officeDocument/2006/relationships/image" Target="/ppt/media/image41.png" Id="R8de16d9b6e794ca5" /><Relationship Type="http://schemas.openxmlformats.org/officeDocument/2006/relationships/image" Target="/ppt/media/image42.png" Id="R704ffc8e94d5469d" /><Relationship Type="http://schemas.openxmlformats.org/officeDocument/2006/relationships/image" Target="/ppt/media/image43.png" Id="R2d72caba96104a98" /><Relationship Type="http://schemas.openxmlformats.org/officeDocument/2006/relationships/image" Target="/ppt/media/image44.png" Id="Rdb7d600ad47b499c" /><Relationship Type="http://schemas.openxmlformats.org/officeDocument/2006/relationships/image" Target="/ppt/media/image45.png" Id="R1fca6444f1eb47ec" /><Relationship Type="http://schemas.openxmlformats.org/officeDocument/2006/relationships/image" Target="/ppt/media/image46.png" Id="Rcbf8dff57e3e46d4" /><Relationship Type="http://schemas.openxmlformats.org/officeDocument/2006/relationships/image" Target="/ppt/media/image47.png" Id="Rde4f724dfbd24b21" /><Relationship Type="http://schemas.openxmlformats.org/officeDocument/2006/relationships/image" Target="/ppt/media/image48.png" Id="Rb794066d7b984e83" /><Relationship Type="http://schemas.openxmlformats.org/officeDocument/2006/relationships/image" Target="/ppt/media/image49.png" Id="Rc794c52355db41af" /><Relationship Type="http://schemas.openxmlformats.org/officeDocument/2006/relationships/image" Target="/ppt/media/image50.png" Id="Rd4cce01f52574ca6" /><Relationship Type="http://schemas.openxmlformats.org/officeDocument/2006/relationships/image" Target="/ppt/media/image51.png" Id="Rb5906aa5bb8343f5" /><Relationship Type="http://schemas.openxmlformats.org/officeDocument/2006/relationships/image" Target="/ppt/media/image52.png" Id="R535134ada3894610" /><Relationship Type="http://schemas.openxmlformats.org/officeDocument/2006/relationships/image" Target="/ppt/media/image53.png" Id="Rc0c6bcc016084900" /><Relationship Type="http://schemas.openxmlformats.org/officeDocument/2006/relationships/image" Target="/ppt/media/image54.png" Id="Rc7f2eaed154746a1" /><Relationship Type="http://schemas.openxmlformats.org/officeDocument/2006/relationships/image" Target="/ppt/media/image55.png" Id="R5990d381e95a4f5b" /><Relationship Type="http://schemas.openxmlformats.org/officeDocument/2006/relationships/image" Target="/ppt/media/image56.png" Id="R738cc64ad0a440fc" /><Relationship Type="http://schemas.openxmlformats.org/officeDocument/2006/relationships/image" Target="/ppt/media/image57.png" Id="Rd14233d2fe7c4db5" /><Relationship Type="http://schemas.openxmlformats.org/officeDocument/2006/relationships/image" Target="/ppt/media/image58.png" Id="R867d9d82869f4d07" /><Relationship Type="http://schemas.openxmlformats.org/officeDocument/2006/relationships/image" Target="/ppt/media/image59.png" Id="Rc124755db5884666" /><Relationship Type="http://schemas.openxmlformats.org/officeDocument/2006/relationships/image" Target="/ppt/media/image60.png" Id="Re9ab3827d6624448" /><Relationship Type="http://schemas.openxmlformats.org/officeDocument/2006/relationships/image" Target="/ppt/media/image61.png" Id="Rf344ab7027c24403" /><Relationship Type="http://schemas.openxmlformats.org/officeDocument/2006/relationships/image" Target="/ppt/media/image62.png" Id="R08e7572f444b4a35" /><Relationship Type="http://schemas.openxmlformats.org/officeDocument/2006/relationships/image" Target="/ppt/media/image63.png" Id="Rb9415105e8cd47fe" /><Relationship Type="http://schemas.openxmlformats.org/officeDocument/2006/relationships/notesSlide" Target="/ppt/notesSlides/notesSlide3.xml" Id="R9837575ffc0245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9bd946e5e2496c" /><Relationship Type="http://schemas.openxmlformats.org/officeDocument/2006/relationships/notesSlide" Target="/ppt/notesSlides/notesSlide4.xml" Id="R01affd07980d4a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8fc7333f54f9f" /><Relationship Type="http://schemas.openxmlformats.org/officeDocument/2006/relationships/notesSlide" Target="/ppt/notesSlides/notesSlide5.xml" Id="R56552bf759db4f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bbd8c8fe4241ee" /><Relationship Type="http://schemas.openxmlformats.org/officeDocument/2006/relationships/notesSlide" Target="/ppt/notesSlides/notesSlide6.xml" Id="R9b931e6de34c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f446d63e7f4404" /><Relationship Type="http://schemas.openxmlformats.org/officeDocument/2006/relationships/image" Target="/ppt/media/image64.png" Id="R7908f3b957e1456c" /><Relationship Type="http://schemas.openxmlformats.org/officeDocument/2006/relationships/image" Target="/ppt/media/image65.png" Id="R34a809718be54a6e" /><Relationship Type="http://schemas.openxmlformats.org/officeDocument/2006/relationships/hyperlink" Target="client1_organizer_proof.mp4" TargetMode="External" Id="R527a047afd534bc6" /><Relationship Type="http://schemas.openxmlformats.org/officeDocument/2006/relationships/hyperlink" Target="client2_join_proof.mp4" TargetMode="External" Id="R76d3f782445f4361" /><Relationship Type="http://schemas.openxmlformats.org/officeDocument/2006/relationships/notesSlide" Target="/ppt/notesSlides/notesSlide7.xml" Id="R7ba79e6b8622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a0e5ff20c84e24" /><Relationship Type="http://schemas.openxmlformats.org/officeDocument/2006/relationships/image" Target="/ppt/media/image66.png" Id="R4dc896deccd541fd" /><Relationship Type="http://schemas.openxmlformats.org/officeDocument/2006/relationships/notesSlide" Target="/ppt/notesSlides/notesSlide8.xml" Id="R6547546333674b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F943FC9-0A0F-4D92-9072-19934456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f612c776d54f1f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003AA1-B8C5-4313-A449-AB68EE8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1924030"/>
            <a:ext cx="5009512" cy="6220301"/>
          </a:xfrm>
          <a:custGeom xmlns:a="http://schemas.openxmlformats.org/drawingml/2006/main">
            <a:rect l="l" t="t" r="r" b="b"/>
            <a:pathLst>
              <a:path w="5009512" h="6220301">
                <a:moveTo>
                  <a:pt x="0" y="0"/>
                </a:moveTo>
                <a:lnTo>
                  <a:pt x="5009512" y="0"/>
                </a:lnTo>
                <a:lnTo>
                  <a:pt x="500951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0f70b59e6c4b61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DD469C-F58B-4F82-A389-5AEEB487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5138034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941d45a98e4659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B7E6799-84B4-47B4-ADFE-9FC67C9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88" y="752853"/>
            <a:ext cx="7147154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F8F8F8"/>
                </a:solidFill>
                <a:latin typeface="Roboto Bold"/>
                <a:ea typeface="Roboto Bold"/>
                <a:cs typeface="Roboto Bold"/>
              </a:rPr>
              <a:t>Padeli Hyeti –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53666C8-F957-4DD5-9088-2C422D1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0" y="2063146"/>
            <a:ext cx="10293936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Padel Player Finder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E521FD5-2068-4828-9838-40EF782E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53" y="3474894"/>
            <a:ext cx="6938491" cy="89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5"/>
              </a:lnSpc>
              <a:buNone/>
            </a:pPr>
            <a:r>
              <a:rPr sz="2575" spc="-103">
                <a:solidFill>
                  <a:srgbClr val="B7D34B"/>
                </a:solidFill>
                <a:latin typeface="Roboto"/>
                <a:ea typeface="Roboto"/>
                <a:cs typeface="Roboto"/>
              </a:rPr>
              <a:t>A real HTTP client-server application for finding players and organizing Padel games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E91BEF9-E628-4D97-B655-A085AE66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31" y="5341897"/>
            <a:ext cx="3070683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 players need a simple way to find suitable players and join available games.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5AF2378-ADF9-4E85-9EF6-314E4EC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061" y="4945559"/>
            <a:ext cx="1712656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OUR SOLUTION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676FF4-85A5-4219-BA0C-FCEEFF15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96" y="5341896"/>
            <a:ext cx="3849157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Padeli Hyeti connects browser clients to a centralized Flask server and persistent SQLite database.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7D22A81-D8A4-408A-A269-423505E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6854356"/>
            <a:ext cx="4364182" cy="1727254"/>
          </a:xfrm>
          <a:custGeom xmlns:a="http://schemas.openxmlformats.org/drawingml/2006/main"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d64c5fac994c9d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5889663-C0DD-46DE-9EA8-96FDE17F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04f92212124636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E932CBA-AD53-4D48-A184-BF54A31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768" y="7174563"/>
            <a:ext cx="185677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TEAM MEMBERS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E2AE2F4-91D6-4BC8-AEB0-F6C1F5B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914" y="7581206"/>
            <a:ext cx="1942174" cy="664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[INSERT TEAM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MEMBER NAMES]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1B46800-2CD2-47DD-88D9-0082572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6854356"/>
            <a:ext cx="5457962" cy="1727254"/>
          </a:xfrm>
          <a:custGeom xmlns:a="http://schemas.openxmlformats.org/drawingml/2006/main">
            <a:rect l="l" t="t" r="r" b="b"/>
            <a:pathLst>
              <a:path w="5457962" h="1727254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733ce2039d4764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77952F7-ECA5-42D0-A1B8-967934EC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d0fbebf4714130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3218C81-0EA3-446B-9EA2-B1BEEBC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911" y="7581206"/>
            <a:ext cx="2983116" cy="664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[INSERT FINAL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GITHUB REPOSITORY LINK]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B70752E-5D76-4E52-BB51-1377706D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854356"/>
            <a:ext cx="5239206" cy="1727254"/>
          </a:xfrm>
          <a:custGeom xmlns:a="http://schemas.openxmlformats.org/drawingml/2006/main">
            <a:rect l="l" t="t" r="r" b="b"/>
            <a:pathLst>
              <a:path w="5239206" h="1727254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68aa4fb25b490a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168AFA9-5A66-4C70-9B4C-3970BF55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5598" y="7062064"/>
            <a:ext cx="1093780" cy="1300906"/>
          </a:xfrm>
          <a:custGeom xmlns:a="http://schemas.openxmlformats.org/drawingml/2006/main"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51d46f84914b4b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7BDC136-D83A-413F-BE8D-55A9D2DB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169" y="7174563"/>
            <a:ext cx="2601897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APPLICATION PREVIEW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F0CE122-0D66-4D1B-B948-7B3FDD9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6887" y="7581206"/>
            <a:ext cx="3030093" cy="664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[INSERT FINAL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HOME PAGE SCREENSHOT]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A527132-41AC-4712-BA43-21CF981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570678"/>
            <a:ext cx="15039474" cy="1508614"/>
          </a:xfrm>
          <a:custGeom xmlns:a="http://schemas.openxmlformats.org/drawingml/2006/main">
            <a:rect l="l" t="t" r="r" b="b"/>
            <a:pathLst>
              <a:path w="15039474" h="1508614">
                <a:moveTo>
                  <a:pt x="0" y="0"/>
                </a:moveTo>
                <a:lnTo>
                  <a:pt x="15039474" y="0"/>
                </a:lnTo>
                <a:lnTo>
                  <a:pt x="15039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c677bbe93a428e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E40CE9C-6E8D-4C86-8B57-F599A83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778386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b596e57a06c4dbc"/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8C2E51D-7B28-4E41-87A2-AF9959B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46" y="8891499"/>
            <a:ext cx="1845858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PROJECT IMAGE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F346B9-35E9-4AA6-86F7-DEFB6B25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14" y="9268020"/>
            <a:ext cx="5349089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[INSERT TEAM OR PROJECT IMAGE IF REQUIRED]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04C950A-355A-418D-A7AF-347A47C5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27" y="4945559"/>
            <a:ext cx="1601041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THE PROBLEM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CAA7C82-2069-46F6-8A34-15A797A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290" y="7174563"/>
            <a:ext cx="144518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14482538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B337FD6-B948-4F43-A64D-4E631A49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9e22ea03044ea8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F219972-3FF5-495E-A5DD-8ABFDF2C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80" y="448943"/>
            <a:ext cx="12419010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274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System and Network Architecture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8866007-F4F2-444A-AC16-8C5F9B3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66" y="1414462"/>
            <a:ext cx="9969328" cy="429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759" b="1" spc="-82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Three physical computers communicating over a private network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276B28-8303-4F45-B817-D93CD426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1071335"/>
            <a:ext cx="3718852" cy="5575313"/>
          </a:xfrm>
          <a:custGeom xmlns:a="http://schemas.openxmlformats.org/drawingml/2006/main">
            <a:rect l="l" t="t" r="r" b="b"/>
            <a:pathLst>
              <a:path w="3718852" h="5575313">
                <a:moveTo>
                  <a:pt x="0" y="0"/>
                </a:moveTo>
                <a:lnTo>
                  <a:pt x="3718852" y="0"/>
                </a:lnTo>
                <a:lnTo>
                  <a:pt x="371885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01d7db756541e6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E5D5CCA-0D14-41DA-B907-15E84AC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194" y="1529413"/>
            <a:ext cx="2811055" cy="295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9"/>
              </a:lnSpc>
              <a:buNone/>
            </a:pPr>
            <a:r>
              <a:rPr sz="1916" b="1" spc="-57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38B4BAD-A658-46FC-864F-35EC18A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933" y="2227748"/>
            <a:ext cx="1737169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address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721CFBB-069A-4FF9-B161-92063E9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5905" y="2610013"/>
            <a:ext cx="3018894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[INSERT SERVER PRIVATE IPV4]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F7B7CE1-243F-4186-9A06-74360527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512" y="3266946"/>
            <a:ext cx="1279265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port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BE8698-2680-4B3D-A131-FCE7AB4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492" y="4200718"/>
            <a:ext cx="981292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Protocol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F043A8-F743-4532-B70D-B9390AD4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538" y="5164611"/>
            <a:ext cx="976627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9463B3-475E-4E22-8FFE-7CFAD36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647" y="5561938"/>
            <a:ext cx="2744719" cy="602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[INSERT PRIVATE LAN NAME OR DESCRIPTION]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9AF53A0-83E8-434C-95F3-1F2C1F7C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142670"/>
            <a:ext cx="5895474" cy="4296271"/>
          </a:xfrm>
          <a:custGeom xmlns:a="http://schemas.openxmlformats.org/drawingml/2006/main">
            <a:rect l="l" t="t" r="r" b="b"/>
            <a:pathLst>
              <a:path w="5895474" h="4296271">
                <a:moveTo>
                  <a:pt x="0" y="0"/>
                </a:moveTo>
                <a:lnTo>
                  <a:pt x="5895474" y="0"/>
                </a:lnTo>
                <a:lnTo>
                  <a:pt x="5895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65dde1d7b14fce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D5D699-FEA1-4806-98D0-C2253CD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2483295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PHYSICAL SERVER COMPUTER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FB5664C-2EAB-45FC-B20B-5E2CC5D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995365"/>
            <a:ext cx="885962" cy="1508614"/>
          </a:xfrm>
          <a:custGeom xmlns:a="http://schemas.openxmlformats.org/drawingml/2006/main"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863b5e88634044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E8E24CB-C4F1-4B50-B225-2750B14F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839" y="3171045"/>
            <a:ext cx="2641842" cy="3843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90"/>
              </a:lnSpc>
              <a:buNone/>
            </a:pPr>
            <a:r>
              <a:rPr sz="2575" b="1" spc="-76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Flask HTTP Server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4E980C6-4AC4-4B17-AA7A-9155295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787" y="3668053"/>
            <a:ext cx="164705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Port: 8000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Protocol: HTTP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4B8F4C5-49C0-4E1D-A291-B5D748E9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5020450" cy="229572"/>
          </a:xfrm>
          <a:custGeom xmlns:a="http://schemas.openxmlformats.org/drawingml/2006/main"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ed07c2809a49b6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56A115A-45C0-4151-92B9-8DDF69B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4711687"/>
            <a:ext cx="885962" cy="1289974"/>
          </a:xfrm>
          <a:custGeom xmlns:a="http://schemas.openxmlformats.org/drawingml/2006/main"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561416b3624f5e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B8DC331-0477-46FA-B935-0E62005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4986" y="4903042"/>
            <a:ext cx="2127161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SQLite Database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1B9904C-BCF3-480D-BD1D-65BF11BA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012" y="5324746"/>
            <a:ext cx="2124577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Centralized storage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Shared by all clients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5DCFC38-22E4-418A-986A-41CDB485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64" y="620936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f5ab11cbcb46c7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262ECEF-C7CB-4288-AEF2-6B78C98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16db1ba92d4539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1B7494B-405D-481B-8401-7646C99A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7280704"/>
            <a:ext cx="3926670" cy="863627"/>
          </a:xfrm>
          <a:custGeom xmlns:a="http://schemas.openxmlformats.org/drawingml/2006/main"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64d66fab934da6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0132214-4A85-4F50-BF06-F6BC4CA6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7603981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PRIVATE LAN NETWORK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E510331-083B-4603-9459-EAFD7C9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cadb463ba4b8d"/>
            <a:stretch>
              <a:fillRect l="0" t="0" r="0" b="0"/>
            </a:stretch>
          </a:blip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9CBB259-56C2-4ABB-9382-F4CFEF5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6635716"/>
            <a:ext cx="3718852" cy="2153601"/>
          </a:xfrm>
          <a:custGeom xmlns:a="http://schemas.openxmlformats.org/drawingml/2006/main"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9cea7117f14fcf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3D1C1DA-C012-43CF-B596-B970C1E4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039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0C093DD-6F20-4536-AB45-DDD227AA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7499343"/>
            <a:ext cx="1531292" cy="1082267"/>
          </a:xfrm>
          <a:custGeom xmlns:a="http://schemas.openxmlformats.org/drawingml/2006/main"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f3ec51db56446d"/>
            <a:stretch>
              <a:fillRect l="0" t="0" r="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83BB7D24-7636-40B4-A06A-43A45922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815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426D67BA-23A7-40EF-BE1A-0183F5C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938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1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E05C2B2-E050-476F-80B6-23408AD1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1a510dfc2f42c0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DC8D7A8D-977B-4B4D-BA3B-2A49BAE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167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8F6C276B-F938-450F-945F-253DA28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2d4cfaa3df4d59"/>
            <a:stretch>
              <a:fillRect l="0" t="0" r="0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0B80B35-BAB5-4688-8FCA-EF960926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387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5F08224-0A75-4C14-A3B0-6E09784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6635716"/>
            <a:ext cx="3937608" cy="2153601"/>
          </a:xfrm>
          <a:custGeom xmlns:a="http://schemas.openxmlformats.org/drawingml/2006/main">
            <a:rect l="l" t="t" r="r" b="b"/>
            <a:pathLst>
              <a:path w="3937608" h="2153601">
                <a:moveTo>
                  <a:pt x="0" y="0"/>
                </a:moveTo>
                <a:lnTo>
                  <a:pt x="3937608" y="0"/>
                </a:lnTo>
                <a:lnTo>
                  <a:pt x="393760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742928f4544458"/>
            <a:stretch>
              <a:fillRect l="0" t="0" r="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267D9339-1DA9-4AD1-970E-DBD1F648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3977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C523F97-DB63-4C8D-8E9C-664266C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7499343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d1fdad75d44bb5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96F40AD-54FF-4004-8166-E8A049E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8542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26A49DD-AA91-48EA-B9D2-142CAC1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494c1cf28841e1"/>
            <a:stretch>
              <a:fillRect l="0" t="0" r="0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84613D9-8701-442F-86F3-C9CE8236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3073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EBFA09E-0573-4FD2-BBAA-72A164DA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62d903be1b453f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0ABE7D14-2FCD-42D8-B614-84AC5CC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0543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C9627E4-60C8-44FC-97C4-FE888E81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778386"/>
            <a:ext cx="11550316" cy="1508614"/>
          </a:xfrm>
          <a:custGeom xmlns:a="http://schemas.openxmlformats.org/drawingml/2006/main">
            <a:rect l="l" t="t" r="r" b="b"/>
            <a:pathLst>
              <a:path w="11550316" h="1508614">
                <a:moveTo>
                  <a:pt x="0" y="0"/>
                </a:moveTo>
                <a:lnTo>
                  <a:pt x="11550316" y="0"/>
                </a:lnTo>
                <a:lnTo>
                  <a:pt x="11550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8309e3762f4566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DA32B4F-D76A-4F8A-8CCD-BE009EF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997026"/>
            <a:ext cx="885962" cy="1082267"/>
          </a:xfrm>
          <a:custGeom xmlns:a="http://schemas.openxmlformats.org/drawingml/2006/main"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09cf0465dd44fc"/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4AABF50-2A26-4C44-BA04-75C1729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5" y="9150199"/>
            <a:ext cx="8498107" cy="687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Both clients communicate with the same backend,</a:t>
            </a:r>
          </a:p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so data created by one player can be discovered by another player.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47D3EF3-2A1A-4D78-9048-C6B24DDD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9664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2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A0C3C1A7-8727-40D5-8E6F-C567C17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908" y="4567922"/>
            <a:ext cx="539623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9B358956-4801-46EB-A468-C35B7C1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551" y="3619089"/>
            <a:ext cx="475395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1694510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09E830-3E45-43E9-B00A-3183839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5ab75a5dfc48d6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29821C2-670A-4CA4-B3BC-A85D71B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9" y="524247"/>
            <a:ext cx="10731948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340">
                <a:solidFill>
                  <a:srgbClr val="F1EEEA"/>
                </a:solidFill>
                <a:latin typeface="Roboto Bold"/>
                <a:ea typeface="Roboto Bold"/>
                <a:cs typeface="Roboto Bold"/>
              </a:rPr>
              <a:t>Application Implementation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4895F9E-73DE-45E3-A769-8CA86515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41" y="1577708"/>
            <a:ext cx="6950746" cy="371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59"/>
              </a:lnSpc>
              <a:buNone/>
            </a:pPr>
            <a:r>
              <a:rPr sz="2759" b="1" spc="-137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Core components of the Padeli Hyeti system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269B79-F106-4D78-8DE9-DD7D33F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142670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75136275114977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EDC712D-1C11-4D0D-9BCC-1BED770A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2776725"/>
            <a:ext cx="1323474" cy="1300906"/>
          </a:xfrm>
          <a:custGeom xmlns:a="http://schemas.openxmlformats.org/drawingml/2006/main"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3839c7a5654dd9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B68CF7A-3054-4D8F-A02F-E34400BA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045" y="2842763"/>
            <a:ext cx="1360385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Frontend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52C9959-1FD2-40AC-92E3-374C2567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179" y="3454536"/>
            <a:ext cx="3146895" cy="100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HTML5, CSS3, </a:t>
            </a: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Jinja templates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Minimal JavaScript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Browser-based interaction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08BAF5C-FC73-4600-9E1A-E82D60D9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5356674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612a10c5674fab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8887546-80F7-4AC1-A9D5-CFC6EDD6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5783021"/>
            <a:ext cx="1323474" cy="1289974"/>
          </a:xfrm>
          <a:custGeom xmlns:a="http://schemas.openxmlformats.org/drawingml/2006/main"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e069e553574c19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5FDF44C-1A95-45A8-B3F1-AE141A2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28" y="5900114"/>
            <a:ext cx="1422063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Database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3EC935-4FBF-4ECE-8682-5CB7B38A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746" y="6391400"/>
            <a:ext cx="2690239" cy="168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SQLite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Persistent storage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Foreign keys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Unique constraints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Parametrized SQL queries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5476666-4505-42F8-95EC-388CFCD8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2142670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f8cd5f9cac49a3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1BBA53E-15B9-4C5F-9919-714E017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2776725"/>
            <a:ext cx="1531292" cy="1300906"/>
          </a:xfrm>
          <a:custGeom xmlns:a="http://schemas.openxmlformats.org/drawingml/2006/main"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26f3e847ae4dd7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64BAF-2BF5-45B9-9FB3-045763CA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474" y="2842763"/>
            <a:ext cx="1318994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Backend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E26E1A8-9BD5-4A7B-9DC7-4AE61A4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190" y="3383987"/>
            <a:ext cx="2447361" cy="1421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b="1" spc="-95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Python 3, Flask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Session authentication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JSON API endpoints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Server-side validation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B5D1C25-2020-48C1-B03B-0437ECF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5356674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eee6efe98147c5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2A63BBD-90F9-40AA-AE7A-784CAB43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5783021"/>
            <a:ext cx="1531292" cy="1289974"/>
          </a:xfrm>
          <a:custGeom xmlns:a="http://schemas.openxmlformats.org/drawingml/2006/main"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48a581faf94fdd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F993C52-5557-4081-B11B-D591212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8051" y="6422116"/>
            <a:ext cx="3261353" cy="1678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b="1" spc="-8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Werkzeug password hashing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Passwords never stored in plaintext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CSRF protection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HTTP-only session cookies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Private profile information protected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1DEE173-4D61-4BDD-8D27-1BDEEC5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e16d9b6e794ca5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CC92781-934C-48F5-8EF2-1ADF2204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778386"/>
            <a:ext cx="11331560" cy="1300906"/>
          </a:xfrm>
          <a:custGeom xmlns:a="http://schemas.openxmlformats.org/drawingml/2006/main">
            <a:rect l="l" t="t" r="r" b="b"/>
            <a:pathLst>
              <a:path w="11331560" h="1300906">
                <a:moveTo>
                  <a:pt x="0" y="0"/>
                </a:moveTo>
                <a:lnTo>
                  <a:pt x="11331560" y="0"/>
                </a:lnTo>
                <a:lnTo>
                  <a:pt x="11331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4ffc8e94d5469d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5C8A1B9-5A73-42DF-8F66-A6104F24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97026"/>
            <a:ext cx="1104718" cy="1082267"/>
          </a:xfrm>
          <a:custGeom xmlns:a="http://schemas.openxmlformats.org/drawingml/2006/main"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72caba96104a98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FF13B42-A690-4D0B-995D-226E361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914" y="9125309"/>
            <a:ext cx="7286625" cy="72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0"/>
              </a:lnSpc>
              <a:buNone/>
            </a:pPr>
            <a:r>
              <a:rPr sz="2254" spc="-112">
                <a:solidFill>
                  <a:srgbClr val="F1EEEA"/>
                </a:solidFill>
                <a:latin typeface="Roboto"/>
                <a:ea typeface="Roboto"/>
                <a:cs typeface="Roboto"/>
              </a:rPr>
              <a:t>Basic security suitable for controlled university demonstration,</a:t>
            </a:r>
            <a:r>
              <a:rPr sz="2254" b="1" spc="-112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 not production-grade.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2913711E-D764-46CA-BD33-449A0D6F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852695"/>
            <a:ext cx="5457962" cy="8800250"/>
          </a:xfrm>
          <a:custGeom xmlns:a="http://schemas.openxmlformats.org/drawingml/2006/main">
            <a:rect l="l" t="t" r="r" b="b"/>
            <a:pathLst>
              <a:path w="5457962" h="8800250">
                <a:moveTo>
                  <a:pt x="0" y="0"/>
                </a:moveTo>
                <a:lnTo>
                  <a:pt x="5457962" y="0"/>
                </a:lnTo>
                <a:lnTo>
                  <a:pt x="5457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7d600ad47b499c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6A4F0F-8D18-4C0C-B056-A33208C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83" y="1400325"/>
            <a:ext cx="4554141" cy="28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88"/>
              </a:lnSpc>
              <a:buNone/>
            </a:pPr>
            <a:r>
              <a:rPr sz="2188" b="1" spc="-108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Project File Structure (Example)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237E593-8BC8-42B2-A17C-FC2D0823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2220" y="1924030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ca6444f1eb47ec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FF3F39B-3917-4B5E-BA15-4C13B163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504" y="1947894"/>
            <a:ext cx="165040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padeli_hyeti/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3544F55-1809-4D69-B4FE-2DB72D83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235037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f8dff57e3e46d4"/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CAC7BF1-C065-445A-B8F5-416CCCD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776725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4f724dfbd24b21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3C24E5E-D8FE-43AE-AF4E-C424C76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995365"/>
            <a:ext cx="437512" cy="655919"/>
          </a:xfrm>
          <a:custGeom xmlns:a="http://schemas.openxmlformats.org/drawingml/2006/main"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94066d7b984e83"/>
            <a:stretch>
              <a:fillRect l="0" t="0" r="0" b="0"/>
            </a:stretch>
          </a:blipFill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05BC586-C2AF-42DB-B4A5-7E64772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3421712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94c52355db41af"/>
            <a:stretch>
              <a:fillRect l="0" t="0" r="0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BF3DCBD-212C-4C44-AC88-31E6CB2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461" y="3514221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templates/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4680955-1FBE-4410-B2A9-B018558D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3848060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cce01f52574ca6"/>
            <a:stretch>
              <a:fillRect l="0" t="0" r="0" b="0"/>
            </a:stretch>
          </a:blipFill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84A2350-469F-4BD9-B920-BF249364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285339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906aa5bb8343f5"/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850B1FE-3BAC-4C99-A32A-669DBEA8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49304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5134ada3894610"/>
            <a:stretch>
              <a:fillRect l="0" t="0" r="0" b="0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A0DBBF5-A61A-4EE4-A1E9-0A44304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c6bcc016084900"/>
            <a:stretch>
              <a:fillRect l="0" t="0" r="0" b="0"/>
            </a:stretch>
          </a:blipFill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EC62E7C0-F1DA-4C83-89B2-498DF69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5356674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f2eaed154746a1"/>
            <a:stretch>
              <a:fillRect l="0" t="0" r="0" b="0"/>
            </a:stretch>
          </a:blip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A811069-8D0E-479A-A4A2-A05C854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5783021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90d381e95a4f5b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9422066-D798-4D60-9F55-170AC50C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9348" y="5758287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style.css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9229FE70-93A9-4A12-BBAF-4F55E85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6209369"/>
            <a:ext cx="448450" cy="229572"/>
          </a:xfrm>
          <a:custGeom xmlns:a="http://schemas.openxmlformats.org/drawingml/2006/main"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8cc64ad0a440fc"/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E406E1A-2B50-4FAE-9CB4-C066494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6428009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4233d2fe7c4db5"/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E9531DD-E867-456C-9F7F-21FD90CC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6854356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7d9d82869f4d07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BB342A56-74F2-4F39-BE46-80227CA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730" y="687278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database/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DDBD590-A53A-4E29-AA96-F0B93093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280704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24755db5884666"/>
            <a:stretch>
              <a:fillRect l="0" t="0" r="0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8381392-EBCF-49CB-BF7B-3077CCE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293" y="7234249"/>
            <a:ext cx="139649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database.py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237E62-FBF8-4F95-9ACC-F29F2B9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499343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ab3827d6624448"/>
            <a:stretch>
              <a:fillRect l="0" t="0" r="0" b="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098F1EEF-AD52-4FBE-81FF-B2502E0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215" y="7610770"/>
            <a:ext cx="190431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padeli_hyeti.db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C7BBCC3-87C3-4E73-96C9-BD92544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7925691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44ab7027c24403"/>
            <a:stretch>
              <a:fillRect l="0" t="0" r="0" b="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39680E3-CCC2-4342-863C-0BE708B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8750" y="8002352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utils/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E0C4750-15F9-4812-8D07-2DCC5443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8352038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e7572f444b4a35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ADB3BB0-AF2C-4502-B65A-E7C9E5A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8778386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415105e8cd47fe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384C7E23-E992-4C36-8B06-94EBAB13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65" y="5900114"/>
            <a:ext cx="1239902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Security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3592D137-31EE-46C8-BC9C-6F080100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276117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_init_.py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11A4A7A-80DF-48C0-890E-66A2CDB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64378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login.html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11401136-EB1B-4BA0-8778-D53D549E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28232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index.html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25D2B7B-3D3E-444A-BA0C-10E4467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152761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routes.py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06912700-79AB-4CA5-B729-E892BD9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890742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base.html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8C92E175-FA0C-4887-9C1F-2354109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4269" y="5005245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static/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64801C76-FF03-4976-9C9E-4DD098AC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1887" y="6496268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main.js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9DE1BA03-C26D-4EA5-A21E-DDF1107B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004" y="8393934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auth.py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C6A3FC5-E4A8-4B9A-8B48-9B4C422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281" y="8860820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run.py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B3BDE420-7702-40B6-9626-97C2B731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1289" y="2354537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app/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E520BB48-2A2A-424C-9162-8ECBB06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7070" y="5396826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css/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9B9C85AA-6270-48D5-A3BE-52AD7FF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8340" y="6134808"/>
            <a:ext cx="38086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js/</a:t>
            </a:r>
          </a:p>
        </p:txBody>
      </p:sp>
    </p:spTree>
    <p:extLst>
      <p:ext uri="{BB962C8B-B14F-4D97-AF65-F5344CB8AC3E}">
        <p14:creationId xmlns:p14="http://schemas.microsoft.com/office/powerpoint/2010/main" val="203562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E7CEF-24CB-4959-8B1D-8E5C789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SHARED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7BAD6-6228-4059-80C7-EDFEAAC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Game 5, in one glance.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F8EDE-4600-46D4-890C-A311402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same row is created by Client 1 and read by Client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01E34-0709-4290-9732-0E6AE2A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CE98-52C0-4425-882B-4005DA3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1FB1B-C062-463C-A266-9D92340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70224-4A85-4435-A69B-5CFD743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63830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4BC1-8037-4B3D-A45B-FDDE4AC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GAME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6D22C-31A7-44D9-9866-136E0149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CFD01-5CC6-41CE-9C6E-39D53BA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1466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97BD8-A5EF-4928-957F-F752D663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F3CD7-C3F1-4925-A3C2-01F5FB9C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padel megrine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468CC-7D8E-47D4-A69A-816B5D63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C096D-63B1-408A-BB4C-8862F9F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2026-10-22  •  14:00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5F5F8-9F60-416B-BD80-29F064A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8E412-0E55-418B-8DBA-0436EBB7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Intermediate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E03DA-2702-4A0B-93B8-CD82398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PLAYERS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067BA-EB26-474C-83B6-F77FD262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 / 4 after join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236B3-E470-447A-9D7F-64A64E38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3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SQLite stores this once on the server.</a:t>
            </a:r>
          </a:p>
        </p:txBody>
      </p:sp>
    </p:spTree>
    <p:extLst>
      <p:ext uri="{BB962C8B-B14F-4D97-AF65-F5344CB8AC3E}">
        <p14:creationId xmlns:p14="http://schemas.microsoft.com/office/powerpoint/2010/main" val="135748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DB0F2-055D-4F70-A35C-6A2D5BC4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22FC7-4038-41FC-A681-6937D47E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1 creates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8B4F1-BC00-4B69-8008-22D6C624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BDC35-F0A9-44B0-BC92-3CE2D124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FAE07-D4A9-44BE-A9E3-20F39F5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E2673-BDCC-4F9D-9B63-68C89071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317D3-D836-4C9D-8139-65B233D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17FC5-B7CA-4DE7-B565-0C02434B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A1F57-04CE-48E6-A958-38EC4F96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1CD61-2E53-40CC-BFEC-09DC915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192.168.54.66</a:t>
            </a:r>
          </a:p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→ 192.168.54.6:8000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523D4-29AC-464A-9FB9-CB01F910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BFAF5"/>
                </a:solidFill>
                <a:latin typeface="Aptos"/>
                <a:ea typeface="Aptos"/>
                <a:cs typeface="Aptos"/>
              </a:rPr>
              <a:t>title • location • date • time</a:t>
            </a:r>
          </a:p>
          <a:p xmlns:a="http://schemas.openxmlformats.org/drawingml/2006/main">
            <a:pPr>
              <a:defRPr sz="17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BFAF5"/>
                </a:solidFill>
                <a:latin typeface="Aptos"/>
                <a:ea typeface="Aptos"/>
                <a:cs typeface="Aptos"/>
              </a:rPr>
              <a:t>required_level • max_players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42BF5-9C9E-46B2-9281-EF53120A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22D86-9380-4200-AC8D-F27EBFB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A7B3D-C4A0-495D-808E-2B50E33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629E1-04FA-4EBF-A650-31E9210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338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287DA-EE96-4AE3-B718-0275CE29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72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game id: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1844E-0C53-4CD3-8D5C-53FE1A7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34125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94548-B57F-4730-A4BF-F44B67C1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580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Organizer becomes</a:t>
            </a:r>
          </a:p>
          <a:p xmlns:a="http://schemas.openxmlformats.org/drawingml/2006/main">
            <a: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#1</a:t>
            </a:r>
          </a:p>
        </p:txBody>
      </p:sp>
    </p:spTree>
    <p:extLst>
      <p:ext uri="{BB962C8B-B14F-4D97-AF65-F5344CB8AC3E}">
        <p14:creationId xmlns:p14="http://schemas.microsoft.com/office/powerpoint/2010/main" val="471888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4D416-19C1-46F4-A702-88E3484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20CC6-B6E5-4599-B8AF-DBA09D37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same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7A55F-D12B-4FF2-822A-B4640D0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0DF03-A82A-4CEC-9414-F4F41BD0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13434-FCFE-4A08-A414-4B0EFCA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92CCF-E13E-4AED-9CBF-F0F72135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30A36-D251-47B4-BBF7-74B741AE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F754D-5E35-4329-B2D0-E2C78790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781B-89AD-4ECF-B248-41FCD3D0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B2CC-0960-4AA8-80DD-186F786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192.168.53.7</a:t>
            </a:r>
          </a:p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→ 192.168.54.6:8000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8EF03-237D-428E-96B8-26432D2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BFAF5"/>
                </a:solidFill>
                <a:latin typeface="Aptos"/>
                <a:ea typeface="Aptos"/>
                <a:cs typeface="Aptos"/>
              </a:rPr>
              <a:t>body: {}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7984F-F14B-4E91-AE9A-B10D4B0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9C10A-2D87-4A0F-98C2-1467C84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452B8-DE84-41C7-9EEB-4734DF1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A1E30-D483-47D3-AC21-55B97485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338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8649-30AB-47C5-88EB-620906BA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7212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participant_count: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3B9DB-D50C-49AF-946B-5DDB301C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34125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0369F-D63F-431D-A81F-18398201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580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The join is visible</a:t>
            </a:r>
          </a:p>
          <a:p xmlns:a="http://schemas.openxmlformats.org/drawingml/2006/main">
            <a:pPr>
              <a:defRPr sz="20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from both browsers.</a:t>
            </a:r>
          </a:p>
        </p:txBody>
      </p:sp>
    </p:spTree>
    <p:extLst>
      <p:ext uri="{BB962C8B-B14F-4D97-AF65-F5344CB8AC3E}">
        <p14:creationId xmlns:p14="http://schemas.microsoft.com/office/powerpoint/2010/main" val="2101280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79A96-25FE-4BF2-BF6D-62381ED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TWO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04AB6-7E79-40A9-862D-9EAC1EE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shared game, shown twice.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6D5B7-01EC-4782-B068-3AC127CA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Click a green play label during the presentation to open the trimmed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09612-53F9-46DE-9385-E2F16F65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9EE8E-186B-4FCE-A781-801E0F2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EC422-1338-49C4-A946-3295494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0271B-7990-4A11-91DB-901486BC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BCA84-4AD4-4AAC-9AEE-06FCB6AC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43F0D-1A63-4FCC-A918-0632204B2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8f3b957e1456c"/>
          <a:stretch xmlns:a="http://schemas.openxmlformats.org/drawingml/2006/main"/>
        </p:blipFill>
        <p:spPr>
          <a:xfrm xmlns:a="http://schemas.openxmlformats.org/drawingml/2006/main">
            <a:off x="1000125" y="3542660"/>
            <a:ext cx="7572375" cy="358268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07DBE-0F06-4429-A135-B6F5C08BF5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809718be54a6e"/>
          <a:stretch xmlns:a="http://schemas.openxmlformats.org/drawingml/2006/main"/>
        </p:blipFill>
        <p:spPr>
          <a:xfrm xmlns:a="http://schemas.openxmlformats.org/drawingml/2006/main">
            <a:off x="9715500" y="3455104"/>
            <a:ext cx="7572375" cy="375779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6A039-4093-47BB-8D95-63D75AB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  /  CREATED + REFRESHED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2FEFD-E809-4F75-B1CA-509F0CD7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list: 2 of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3F5F8-F168-4D98-8905-64CA063F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  /  FOUND + JOINED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15608-42FE-493B-B8FA-5F40150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096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confirmation is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AA43D-C0A6-49B0-935E-37EBDC63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4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527a047afd534bc6"/>
              </a:rPr>
              <a:t>▶  PLAY CLIENT 1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35189-4F1A-4360-91A2-043D23E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48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76d3f782445f4361"/>
              </a:rPr>
              <a:t>▶  PLAY CLIENT 2 CLIPS</a:t>
            </a:r>
          </a:p>
        </p:txBody>
      </p:sp>
    </p:spTree>
    <p:extLst>
      <p:ext uri="{BB962C8B-B14F-4D97-AF65-F5344CB8AC3E}">
        <p14:creationId xmlns:p14="http://schemas.microsoft.com/office/powerpoint/2010/main" val="1728077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E3F69-43E3-4E47-8380-3E88E91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  /  WIRESHARK + BONUSES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0693D-0F61-4A97-97C6-B77C9282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Find one request. Read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C0F8A-28A2-45BE-A65D-EF4C70D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screenshot is the real join packet; the filter makes it easy to isolate.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3DB4C-810D-48B0-9E5D-BE5FACA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44E6F-056A-4724-B031-15DAE3C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2A2A4-5D1C-489D-94F4-D9121D0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DD83-DF92-425F-B14B-97239893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334000" cy="5715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72C5C-869B-4A51-91B9-7AA28F6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5780A-585A-4224-8D8E-74C027B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2868C-8C56-42F9-AE78-284FBAC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A70A2-4AEC-414E-A04F-B8C164B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63DC2-DD2E-436F-A406-25D1426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→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C3A65-15DA-403E-B7C6-F21D05BD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E4817-0E30-4F74-B471-E1DF65D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0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200 OK</a:t>
            </a:r>
          </a:p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frame 1187933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9E3DB-2445-4F49-A5A1-EC5AA21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0763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D8484-9A84-432B-856D-A91E04E8F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896deccd541fd"/>
          <a:stretch xmlns:a="http://schemas.openxmlformats.org/drawingml/2006/main"/>
        </p:blipFill>
        <p:spPr>
          <a:xfrm xmlns:a="http://schemas.openxmlformats.org/drawingml/2006/main">
            <a:off x="6858000" y="3909125"/>
            <a:ext cx="10191750" cy="2278251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44AA1-E0A4-4922-8E0F-16541F4C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Real PCAP: wiresharkpresentation.pcapng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C06D2-8ECC-4EBA-BFB0-4CE4DB1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62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QUERY bonus:  curl.exe -X QUERY /api/query?resource=games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AD5F4-57B2-4040-BDDF-78B3D2B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MITM note: passive HTTP capture only; use HTTPS for real credentials.</a:t>
            </a:r>
          </a:p>
        </p:txBody>
      </p:sp>
    </p:spTree>
    <p:extLst>
      <p:ext uri="{BB962C8B-B14F-4D97-AF65-F5344CB8AC3E}">
        <p14:creationId xmlns:p14="http://schemas.microsoft.com/office/powerpoint/2010/main" val="6449585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2026-10-21T13:40:08.3030000Z</dcterms:created>
  <dcterms:modified xsi:type="dcterms:W3CDTF">2026-10-21T13:40:08.3030000Z</dcterms:modified>
</coreProperties>
</file>